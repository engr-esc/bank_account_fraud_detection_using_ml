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59" r:id="rId4"/>
    <p:sldId id="263" r:id="rId5"/>
    <p:sldId id="262" r:id="rId6"/>
    <p:sldId id="260" r:id="rId7"/>
    <p:sldId id="266" r:id="rId8"/>
    <p:sldId id="265" r:id="rId9"/>
    <p:sldId id="264" r:id="rId10"/>
    <p:sldId id="261" r:id="rId11"/>
    <p:sldId id="268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1A4B41-0FB3-4A51-A8D9-6971CDD921AF}" v="3" dt="2026-07-15T16:23:26.697"/>
    <p1510:client id="{81FD44AD-DC89-E209-4BC9-BCA0FBF30338}" v="30" dt="2026-07-16T14:41:45.776"/>
    <p1510:client id="{E8021377-3F14-FAE4-EE79-3432CF1830E0}" v="13" dt="2026-07-16T17:17:53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S. Cudia" userId="b92cfa08-6a0f-4f25-b35d-cfae148c5175" providerId="ADAL" clId="{6D9934B5-0EAF-41B8-B79C-DD8EAB3C16B5}"/>
    <pc:docChg chg="undo redo custSel modSld">
      <pc:chgData name="Eduardo S. Cudia" userId="b92cfa08-6a0f-4f25-b35d-cfae148c5175" providerId="ADAL" clId="{6D9934B5-0EAF-41B8-B79C-DD8EAB3C16B5}" dt="2026-07-16T08:28:35.579" v="555" actId="478"/>
      <pc:docMkLst>
        <pc:docMk/>
      </pc:docMkLst>
      <pc:sldChg chg="modSp mod">
        <pc:chgData name="Eduardo S. Cudia" userId="b92cfa08-6a0f-4f25-b35d-cfae148c5175" providerId="ADAL" clId="{6D9934B5-0EAF-41B8-B79C-DD8EAB3C16B5}" dt="2026-07-16T08:27:17.245" v="521" actId="207"/>
        <pc:sldMkLst>
          <pc:docMk/>
          <pc:sldMk cId="868767278" sldId="258"/>
        </pc:sldMkLst>
        <pc:spChg chg="mod">
          <ac:chgData name="Eduardo S. Cudia" userId="b92cfa08-6a0f-4f25-b35d-cfae148c5175" providerId="ADAL" clId="{6D9934B5-0EAF-41B8-B79C-DD8EAB3C16B5}" dt="2026-07-16T08:27:17.245" v="521" actId="207"/>
          <ac:spMkLst>
            <pc:docMk/>
            <pc:sldMk cId="868767278" sldId="258"/>
            <ac:spMk id="3" creationId="{274B476B-0982-67C8-342A-B0AF1C5F4D35}"/>
          </ac:spMkLst>
        </pc:spChg>
      </pc:sldChg>
      <pc:sldChg chg="addSp modSp mod">
        <pc:chgData name="Eduardo S. Cudia" userId="b92cfa08-6a0f-4f25-b35d-cfae148c5175" providerId="ADAL" clId="{6D9934B5-0EAF-41B8-B79C-DD8EAB3C16B5}" dt="2026-07-16T08:27:24.137" v="522" actId="207"/>
        <pc:sldMkLst>
          <pc:docMk/>
          <pc:sldMk cId="2304336064" sldId="260"/>
        </pc:sldMkLst>
        <pc:spChg chg="mod">
          <ac:chgData name="Eduardo S. Cudia" userId="b92cfa08-6a0f-4f25-b35d-cfae148c5175" providerId="ADAL" clId="{6D9934B5-0EAF-41B8-B79C-DD8EAB3C16B5}" dt="2026-07-16T08:27:24.137" v="522" actId="207"/>
          <ac:spMkLst>
            <pc:docMk/>
            <pc:sldMk cId="2304336064" sldId="260"/>
            <ac:spMk id="3" creationId="{C7515D2B-B0B1-AD53-320D-84C0F7EECDAD}"/>
          </ac:spMkLst>
        </pc:spChg>
        <pc:spChg chg="mod">
          <ac:chgData name="Eduardo S. Cudia" userId="b92cfa08-6a0f-4f25-b35d-cfae148c5175" providerId="ADAL" clId="{6D9934B5-0EAF-41B8-B79C-DD8EAB3C16B5}" dt="2026-07-15T16:16:53.402" v="55" actId="1036"/>
          <ac:spMkLst>
            <pc:docMk/>
            <pc:sldMk cId="2304336064" sldId="260"/>
            <ac:spMk id="7" creationId="{7E56830B-2D97-FDDB-4B78-D24F6E538EAC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16" creationId="{6E24F7A4-7AC9-FA2C-3684-2D5F42CBE386}"/>
          </ac:spMkLst>
        </pc:spChg>
        <pc:spChg chg="mod">
          <ac:chgData name="Eduardo S. Cudia" userId="b92cfa08-6a0f-4f25-b35d-cfae148c5175" providerId="ADAL" clId="{6D9934B5-0EAF-41B8-B79C-DD8EAB3C16B5}" dt="2026-07-15T16:16:31.190" v="25" actId="1076"/>
          <ac:spMkLst>
            <pc:docMk/>
            <pc:sldMk cId="2304336064" sldId="260"/>
            <ac:spMk id="22" creationId="{FBC69EA1-D478-1B2D-6ED1-C6C419809421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24" creationId="{82D4702D-ABC9-5CB2-2C51-52D04D79D131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26" creationId="{1E55C100-44F4-5B64-D5BA-93ADA68674A9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34" creationId="{BCCC7C0D-9FA1-6DEC-DD3F-EE66E7DDDDA0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40" creationId="{5F6C84DC-F01A-7B87-58A1-520566CCC094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52" creationId="{C04C8885-0332-D25D-7C3B-C03201825EA5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56" creationId="{0B93B937-ADE4-D69F-C34C-E471DA74F692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58" creationId="{EDA65228-80D2-3FA7-5772-41F7FBDB958C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60" creationId="{6813F2A3-D9C8-5F55-A43B-4C3D026FEB7C}"/>
          </ac:spMkLst>
        </pc:spChg>
        <pc:spChg chg="mod">
          <ac:chgData name="Eduardo S. Cudia" userId="b92cfa08-6a0f-4f25-b35d-cfae148c5175" providerId="ADAL" clId="{6D9934B5-0EAF-41B8-B79C-DD8EAB3C16B5}" dt="2026-07-15T16:17:16.707" v="59" actId="404"/>
          <ac:spMkLst>
            <pc:docMk/>
            <pc:sldMk cId="2304336064" sldId="260"/>
            <ac:spMk id="64" creationId="{3BACF08C-E98F-EC68-5B3D-BCB08C151441}"/>
          </ac:spMkLst>
        </pc:spChg>
        <pc:spChg chg="mod">
          <ac:chgData name="Eduardo S. Cudia" userId="b92cfa08-6a0f-4f25-b35d-cfae148c5175" providerId="ADAL" clId="{6D9934B5-0EAF-41B8-B79C-DD8EAB3C16B5}" dt="2026-07-15T16:15:44.828" v="3" actId="1076"/>
          <ac:spMkLst>
            <pc:docMk/>
            <pc:sldMk cId="2304336064" sldId="260"/>
            <ac:spMk id="76" creationId="{52148C5D-2851-0068-DA92-B0B008A02455}"/>
          </ac:spMkLst>
        </pc:spChg>
        <pc:grpChg chg="mod">
          <ac:chgData name="Eduardo S. Cudia" userId="b92cfa08-6a0f-4f25-b35d-cfae148c5175" providerId="ADAL" clId="{6D9934B5-0EAF-41B8-B79C-DD8EAB3C16B5}" dt="2026-07-15T16:16:54.085" v="56" actId="1076"/>
          <ac:grpSpMkLst>
            <pc:docMk/>
            <pc:sldMk cId="2304336064" sldId="260"/>
            <ac:grpSpMk id="79" creationId="{5839CD06-3FB1-6D86-52F8-3E246F57D4A3}"/>
          </ac:grpSpMkLst>
        </pc:grpChg>
      </pc:sldChg>
      <pc:sldChg chg="addSp modSp mod">
        <pc:chgData name="Eduardo S. Cudia" userId="b92cfa08-6a0f-4f25-b35d-cfae148c5175" providerId="ADAL" clId="{6D9934B5-0EAF-41B8-B79C-DD8EAB3C16B5}" dt="2026-07-16T08:25:43.502" v="517" actId="207"/>
        <pc:sldMkLst>
          <pc:docMk/>
          <pc:sldMk cId="2797282865" sldId="261"/>
        </pc:sldMkLst>
        <pc:spChg chg="mod">
          <ac:chgData name="Eduardo S. Cudia" userId="b92cfa08-6a0f-4f25-b35d-cfae148c5175" providerId="ADAL" clId="{6D9934B5-0EAF-41B8-B79C-DD8EAB3C16B5}" dt="2026-07-16T08:25:43.502" v="517" actId="207"/>
          <ac:spMkLst>
            <pc:docMk/>
            <pc:sldMk cId="2797282865" sldId="261"/>
            <ac:spMk id="60" creationId="{03232710-6943-5D8C-BDDA-F0DD2BAEB184}"/>
          </ac:spMkLst>
        </pc:spChg>
        <pc:spChg chg="mod">
          <ac:chgData name="Eduardo S. Cudia" userId="b92cfa08-6a0f-4f25-b35d-cfae148c5175" providerId="ADAL" clId="{6D9934B5-0EAF-41B8-B79C-DD8EAB3C16B5}" dt="2026-07-15T16:24:40.967" v="382" actId="1036"/>
          <ac:spMkLst>
            <pc:docMk/>
            <pc:sldMk cId="2797282865" sldId="261"/>
            <ac:spMk id="68" creationId="{D0CBBF2E-BC8D-66C8-CD14-1E1842EE665C}"/>
          </ac:spMkLst>
        </pc:spChg>
        <pc:spChg chg="mod">
          <ac:chgData name="Eduardo S. Cudia" userId="b92cfa08-6a0f-4f25-b35d-cfae148c5175" providerId="ADAL" clId="{6D9934B5-0EAF-41B8-B79C-DD8EAB3C16B5}" dt="2026-07-15T16:23:31.483" v="318" actId="207"/>
          <ac:spMkLst>
            <pc:docMk/>
            <pc:sldMk cId="2797282865" sldId="261"/>
            <ac:spMk id="70" creationId="{A1D41AE0-6122-795B-09CB-34BCF6D0ED4E}"/>
          </ac:spMkLst>
        </pc:spChg>
        <pc:spChg chg="mod">
          <ac:chgData name="Eduardo S. Cudia" userId="b92cfa08-6a0f-4f25-b35d-cfae148c5175" providerId="ADAL" clId="{6D9934B5-0EAF-41B8-B79C-DD8EAB3C16B5}" dt="2026-07-15T16:23:43.646" v="320" actId="207"/>
          <ac:spMkLst>
            <pc:docMk/>
            <pc:sldMk cId="2797282865" sldId="261"/>
            <ac:spMk id="72" creationId="{CA5A8D26-DA9D-593F-A71E-8ADD876EC407}"/>
          </ac:spMkLst>
        </pc:spChg>
        <pc:spChg chg="mod">
          <ac:chgData name="Eduardo S. Cudia" userId="b92cfa08-6a0f-4f25-b35d-cfae148c5175" providerId="ADAL" clId="{6D9934B5-0EAF-41B8-B79C-DD8EAB3C16B5}" dt="2026-07-15T16:25:18.019" v="399" actId="207"/>
          <ac:spMkLst>
            <pc:docMk/>
            <pc:sldMk cId="2797282865" sldId="261"/>
            <ac:spMk id="74" creationId="{883E5287-C938-0ACE-A440-C848CDF61152}"/>
          </ac:spMkLst>
        </pc:spChg>
        <pc:spChg chg="mod">
          <ac:chgData name="Eduardo S. Cudia" userId="b92cfa08-6a0f-4f25-b35d-cfae148c5175" providerId="ADAL" clId="{6D9934B5-0EAF-41B8-B79C-DD8EAB3C16B5}" dt="2026-07-15T16:26:09.509" v="468" actId="1037"/>
          <ac:spMkLst>
            <pc:docMk/>
            <pc:sldMk cId="2797282865" sldId="261"/>
            <ac:spMk id="76" creationId="{74CF0D93-6790-F740-9189-37C760846470}"/>
          </ac:spMkLst>
        </pc:spChg>
        <pc:spChg chg="mod">
          <ac:chgData name="Eduardo S. Cudia" userId="b92cfa08-6a0f-4f25-b35d-cfae148c5175" providerId="ADAL" clId="{6D9934B5-0EAF-41B8-B79C-DD8EAB3C16B5}" dt="2026-07-15T16:24:40.967" v="382" actId="1036"/>
          <ac:spMkLst>
            <pc:docMk/>
            <pc:sldMk cId="2797282865" sldId="261"/>
            <ac:spMk id="78" creationId="{E1B67659-3FFD-02AA-50EC-643A8A5AEF97}"/>
          </ac:spMkLst>
        </pc:spChg>
        <pc:spChg chg="mod">
          <ac:chgData name="Eduardo S. Cudia" userId="b92cfa08-6a0f-4f25-b35d-cfae148c5175" providerId="ADAL" clId="{6D9934B5-0EAF-41B8-B79C-DD8EAB3C16B5}" dt="2026-07-15T16:23:26.697" v="317" actId="164"/>
          <ac:spMkLst>
            <pc:docMk/>
            <pc:sldMk cId="2797282865" sldId="261"/>
            <ac:spMk id="80" creationId="{BD6A4A96-03F1-D9EB-086C-EA06C681A633}"/>
          </ac:spMkLst>
        </pc:spChg>
        <pc:spChg chg="mod">
          <ac:chgData name="Eduardo S. Cudia" userId="b92cfa08-6a0f-4f25-b35d-cfae148c5175" providerId="ADAL" clId="{6D9934B5-0EAF-41B8-B79C-DD8EAB3C16B5}" dt="2026-07-15T16:23:43.646" v="320" actId="207"/>
          <ac:spMkLst>
            <pc:docMk/>
            <pc:sldMk cId="2797282865" sldId="261"/>
            <ac:spMk id="82" creationId="{8569EB2E-4220-93C0-ADEB-006728646628}"/>
          </ac:spMkLst>
        </pc:spChg>
        <pc:spChg chg="mod">
          <ac:chgData name="Eduardo S. Cudia" userId="b92cfa08-6a0f-4f25-b35d-cfae148c5175" providerId="ADAL" clId="{6D9934B5-0EAF-41B8-B79C-DD8EAB3C16B5}" dt="2026-07-15T16:25:27.997" v="409" actId="20577"/>
          <ac:spMkLst>
            <pc:docMk/>
            <pc:sldMk cId="2797282865" sldId="261"/>
            <ac:spMk id="84" creationId="{9281A5CF-F090-9635-D55C-6FE6DA95A1CB}"/>
          </ac:spMkLst>
        </pc:spChg>
        <pc:spChg chg="mod">
          <ac:chgData name="Eduardo S. Cudia" userId="b92cfa08-6a0f-4f25-b35d-cfae148c5175" providerId="ADAL" clId="{6D9934B5-0EAF-41B8-B79C-DD8EAB3C16B5}" dt="2026-07-15T16:26:09.509" v="468" actId="1037"/>
          <ac:spMkLst>
            <pc:docMk/>
            <pc:sldMk cId="2797282865" sldId="261"/>
            <ac:spMk id="86" creationId="{4EFEF483-3419-7A12-DF50-5B21C7116685}"/>
          </ac:spMkLst>
        </pc:spChg>
        <pc:spChg chg="mod">
          <ac:chgData name="Eduardo S. Cudia" userId="b92cfa08-6a0f-4f25-b35d-cfae148c5175" providerId="ADAL" clId="{6D9934B5-0EAF-41B8-B79C-DD8EAB3C16B5}" dt="2026-07-15T16:24:40.967" v="382" actId="1036"/>
          <ac:spMkLst>
            <pc:docMk/>
            <pc:sldMk cId="2797282865" sldId="261"/>
            <ac:spMk id="88" creationId="{B32321BD-943E-707C-EFA4-A0FC0351B81E}"/>
          </ac:spMkLst>
        </pc:spChg>
        <pc:spChg chg="mod">
          <ac:chgData name="Eduardo S. Cudia" userId="b92cfa08-6a0f-4f25-b35d-cfae148c5175" providerId="ADAL" clId="{6D9934B5-0EAF-41B8-B79C-DD8EAB3C16B5}" dt="2026-07-15T16:23:26.697" v="317" actId="164"/>
          <ac:spMkLst>
            <pc:docMk/>
            <pc:sldMk cId="2797282865" sldId="261"/>
            <ac:spMk id="90" creationId="{F939C96C-97FE-2D41-A025-EE22185559DF}"/>
          </ac:spMkLst>
        </pc:spChg>
        <pc:spChg chg="mod">
          <ac:chgData name="Eduardo S. Cudia" userId="b92cfa08-6a0f-4f25-b35d-cfae148c5175" providerId="ADAL" clId="{6D9934B5-0EAF-41B8-B79C-DD8EAB3C16B5}" dt="2026-07-15T16:23:43.646" v="320" actId="207"/>
          <ac:spMkLst>
            <pc:docMk/>
            <pc:sldMk cId="2797282865" sldId="261"/>
            <ac:spMk id="92" creationId="{5D40AC81-B959-1637-BD41-02F56EA114A7}"/>
          </ac:spMkLst>
        </pc:spChg>
        <pc:spChg chg="mod">
          <ac:chgData name="Eduardo S. Cudia" userId="b92cfa08-6a0f-4f25-b35d-cfae148c5175" providerId="ADAL" clId="{6D9934B5-0EAF-41B8-B79C-DD8EAB3C16B5}" dt="2026-07-15T16:25:42.791" v="424" actId="20577"/>
          <ac:spMkLst>
            <pc:docMk/>
            <pc:sldMk cId="2797282865" sldId="261"/>
            <ac:spMk id="94" creationId="{C4528996-23A9-6CD4-7D6C-2C9FFB25E4F9}"/>
          </ac:spMkLst>
        </pc:spChg>
        <pc:spChg chg="mod">
          <ac:chgData name="Eduardo S. Cudia" userId="b92cfa08-6a0f-4f25-b35d-cfae148c5175" providerId="ADAL" clId="{6D9934B5-0EAF-41B8-B79C-DD8EAB3C16B5}" dt="2026-07-15T16:26:09.509" v="468" actId="1037"/>
          <ac:spMkLst>
            <pc:docMk/>
            <pc:sldMk cId="2797282865" sldId="261"/>
            <ac:spMk id="96" creationId="{18495C54-8912-FBCF-70D5-AD2F19487996}"/>
          </ac:spMkLst>
        </pc:spChg>
        <pc:spChg chg="mod">
          <ac:chgData name="Eduardo S. Cudia" userId="b92cfa08-6a0f-4f25-b35d-cfae148c5175" providerId="ADAL" clId="{6D9934B5-0EAF-41B8-B79C-DD8EAB3C16B5}" dt="2026-07-15T16:24:40.967" v="382" actId="1036"/>
          <ac:spMkLst>
            <pc:docMk/>
            <pc:sldMk cId="2797282865" sldId="261"/>
            <ac:spMk id="98" creationId="{01AE731E-2F5B-29ED-18F2-1340D5F6E828}"/>
          </ac:spMkLst>
        </pc:spChg>
        <pc:spChg chg="mod">
          <ac:chgData name="Eduardo S. Cudia" userId="b92cfa08-6a0f-4f25-b35d-cfae148c5175" providerId="ADAL" clId="{6D9934B5-0EAF-41B8-B79C-DD8EAB3C16B5}" dt="2026-07-15T16:23:26.697" v="317" actId="164"/>
          <ac:spMkLst>
            <pc:docMk/>
            <pc:sldMk cId="2797282865" sldId="261"/>
            <ac:spMk id="100" creationId="{B02C2E98-61E5-325E-3262-604B42D67EEB}"/>
          </ac:spMkLst>
        </pc:spChg>
        <pc:spChg chg="mod">
          <ac:chgData name="Eduardo S. Cudia" userId="b92cfa08-6a0f-4f25-b35d-cfae148c5175" providerId="ADAL" clId="{6D9934B5-0EAF-41B8-B79C-DD8EAB3C16B5}" dt="2026-07-15T16:23:43.646" v="320" actId="207"/>
          <ac:spMkLst>
            <pc:docMk/>
            <pc:sldMk cId="2797282865" sldId="261"/>
            <ac:spMk id="102" creationId="{39C0C988-62F5-ED1E-D917-1F0E98127AD9}"/>
          </ac:spMkLst>
        </pc:spChg>
        <pc:spChg chg="mod">
          <ac:chgData name="Eduardo S. Cudia" userId="b92cfa08-6a0f-4f25-b35d-cfae148c5175" providerId="ADAL" clId="{6D9934B5-0EAF-41B8-B79C-DD8EAB3C16B5}" dt="2026-07-15T16:25:58.191" v="439" actId="20577"/>
          <ac:spMkLst>
            <pc:docMk/>
            <pc:sldMk cId="2797282865" sldId="261"/>
            <ac:spMk id="104" creationId="{EDA3DC5B-3D2A-E245-716C-3A9224760453}"/>
          </ac:spMkLst>
        </pc:spChg>
        <pc:spChg chg="mod">
          <ac:chgData name="Eduardo S. Cudia" userId="b92cfa08-6a0f-4f25-b35d-cfae148c5175" providerId="ADAL" clId="{6D9934B5-0EAF-41B8-B79C-DD8EAB3C16B5}" dt="2026-07-15T16:26:09.509" v="468" actId="1037"/>
          <ac:spMkLst>
            <pc:docMk/>
            <pc:sldMk cId="2797282865" sldId="261"/>
            <ac:spMk id="106" creationId="{C8C5D457-021A-06D9-F0CF-E026B6591D5F}"/>
          </ac:spMkLst>
        </pc:spChg>
        <pc:grpChg chg="add mod">
          <ac:chgData name="Eduardo S. Cudia" userId="b92cfa08-6a0f-4f25-b35d-cfae148c5175" providerId="ADAL" clId="{6D9934B5-0EAF-41B8-B79C-DD8EAB3C16B5}" dt="2026-07-15T16:23:26.697" v="317" actId="164"/>
          <ac:grpSpMkLst>
            <pc:docMk/>
            <pc:sldMk cId="2797282865" sldId="261"/>
            <ac:grpSpMk id="109" creationId="{BEDC01EF-4A75-8F62-B764-664351297E6F}"/>
          </ac:grpSpMkLst>
        </pc:grpChg>
      </pc:sldChg>
      <pc:sldChg chg="modSp mod">
        <pc:chgData name="Eduardo S. Cudia" userId="b92cfa08-6a0f-4f25-b35d-cfae148c5175" providerId="ADAL" clId="{6D9934B5-0EAF-41B8-B79C-DD8EAB3C16B5}" dt="2026-07-15T16:22:41.903" v="294" actId="1036"/>
        <pc:sldMkLst>
          <pc:docMk/>
          <pc:sldMk cId="4276270353" sldId="264"/>
        </pc:sldMkLst>
        <pc:spChg chg="mod">
          <ac:chgData name="Eduardo S. Cudia" userId="b92cfa08-6a0f-4f25-b35d-cfae148c5175" providerId="ADAL" clId="{6D9934B5-0EAF-41B8-B79C-DD8EAB3C16B5}" dt="2026-07-15T16:21:33.091" v="251" actId="255"/>
          <ac:spMkLst>
            <pc:docMk/>
            <pc:sldMk cId="4276270353" sldId="264"/>
            <ac:spMk id="12" creationId="{202FF6BA-2295-70BE-4556-0BCF3AA0713F}"/>
          </ac:spMkLst>
        </pc:spChg>
        <pc:spChg chg="mod">
          <ac:chgData name="Eduardo S. Cudia" userId="b92cfa08-6a0f-4f25-b35d-cfae148c5175" providerId="ADAL" clId="{6D9934B5-0EAF-41B8-B79C-DD8EAB3C16B5}" dt="2026-07-15T16:21:56.796" v="269" actId="207"/>
          <ac:spMkLst>
            <pc:docMk/>
            <pc:sldMk cId="4276270353" sldId="264"/>
            <ac:spMk id="14" creationId="{63214E3F-F868-FFD8-EF75-7A6ED8401EF5}"/>
          </ac:spMkLst>
        </pc:spChg>
        <pc:spChg chg="mod">
          <ac:chgData name="Eduardo S. Cudia" userId="b92cfa08-6a0f-4f25-b35d-cfae148c5175" providerId="ADAL" clId="{6D9934B5-0EAF-41B8-B79C-DD8EAB3C16B5}" dt="2026-07-15T16:21:37.500" v="252" actId="123"/>
          <ac:spMkLst>
            <pc:docMk/>
            <pc:sldMk cId="4276270353" sldId="264"/>
            <ac:spMk id="16" creationId="{BA2CF38B-449A-E16F-76F5-0478987642DF}"/>
          </ac:spMkLst>
        </pc:spChg>
        <pc:spChg chg="mod">
          <ac:chgData name="Eduardo S. Cudia" userId="b92cfa08-6a0f-4f25-b35d-cfae148c5175" providerId="ADAL" clId="{6D9934B5-0EAF-41B8-B79C-DD8EAB3C16B5}" dt="2026-07-15T16:21:58.865" v="270" actId="207"/>
          <ac:spMkLst>
            <pc:docMk/>
            <pc:sldMk cId="4276270353" sldId="264"/>
            <ac:spMk id="20" creationId="{84011B87-41EB-C38D-1CAA-7AED56A6FD14}"/>
          </ac:spMkLst>
        </pc:spChg>
        <pc:spChg chg="mod">
          <ac:chgData name="Eduardo S. Cudia" userId="b92cfa08-6a0f-4f25-b35d-cfae148c5175" providerId="ADAL" clId="{6D9934B5-0EAF-41B8-B79C-DD8EAB3C16B5}" dt="2026-07-15T16:21:40.083" v="253" actId="123"/>
          <ac:spMkLst>
            <pc:docMk/>
            <pc:sldMk cId="4276270353" sldId="264"/>
            <ac:spMk id="22" creationId="{75D277CF-80DC-D3E3-C72A-DF94289F89F0}"/>
          </ac:spMkLst>
        </pc:spChg>
        <pc:spChg chg="mod">
          <ac:chgData name="Eduardo S. Cudia" userId="b92cfa08-6a0f-4f25-b35d-cfae148c5175" providerId="ADAL" clId="{6D9934B5-0EAF-41B8-B79C-DD8EAB3C16B5}" dt="2026-07-15T16:21:33.091" v="251" actId="255"/>
          <ac:spMkLst>
            <pc:docMk/>
            <pc:sldMk cId="4276270353" sldId="264"/>
            <ac:spMk id="24" creationId="{5ED75D72-1291-D5E8-7B5B-63DCD2C565C5}"/>
          </ac:spMkLst>
        </pc:spChg>
        <pc:spChg chg="mod">
          <ac:chgData name="Eduardo S. Cudia" userId="b92cfa08-6a0f-4f25-b35d-cfae148c5175" providerId="ADAL" clId="{6D9934B5-0EAF-41B8-B79C-DD8EAB3C16B5}" dt="2026-07-15T16:22:37.187" v="292" actId="1036"/>
          <ac:spMkLst>
            <pc:docMk/>
            <pc:sldMk cId="4276270353" sldId="264"/>
            <ac:spMk id="26" creationId="{98FAFD23-974E-6E44-4B67-0EDAFE5B8C88}"/>
          </ac:spMkLst>
        </pc:spChg>
        <pc:spChg chg="mod">
          <ac:chgData name="Eduardo S. Cudia" userId="b92cfa08-6a0f-4f25-b35d-cfae148c5175" providerId="ADAL" clId="{6D9934B5-0EAF-41B8-B79C-DD8EAB3C16B5}" dt="2026-07-15T16:21:41.979" v="254" actId="123"/>
          <ac:spMkLst>
            <pc:docMk/>
            <pc:sldMk cId="4276270353" sldId="264"/>
            <ac:spMk id="28" creationId="{DAC8DA0E-00BC-19DF-C513-E9DC63726824}"/>
          </ac:spMkLst>
        </pc:spChg>
        <pc:spChg chg="mod">
          <ac:chgData name="Eduardo S. Cudia" userId="b92cfa08-6a0f-4f25-b35d-cfae148c5175" providerId="ADAL" clId="{6D9934B5-0EAF-41B8-B79C-DD8EAB3C16B5}" dt="2026-07-15T16:21:33.091" v="251" actId="255"/>
          <ac:spMkLst>
            <pc:docMk/>
            <pc:sldMk cId="4276270353" sldId="264"/>
            <ac:spMk id="30" creationId="{E3ABF851-2250-E66A-DAB4-29F2DDE313E8}"/>
          </ac:spMkLst>
        </pc:spChg>
        <pc:spChg chg="mod">
          <ac:chgData name="Eduardo S. Cudia" userId="b92cfa08-6a0f-4f25-b35d-cfae148c5175" providerId="ADAL" clId="{6D9934B5-0EAF-41B8-B79C-DD8EAB3C16B5}" dt="2026-07-15T16:22:41.903" v="294" actId="1036"/>
          <ac:spMkLst>
            <pc:docMk/>
            <pc:sldMk cId="4276270353" sldId="264"/>
            <ac:spMk id="32" creationId="{6E74FC0C-048E-8BA9-FA2C-B803519E9078}"/>
          </ac:spMkLst>
        </pc:spChg>
        <pc:spChg chg="mod">
          <ac:chgData name="Eduardo S. Cudia" userId="b92cfa08-6a0f-4f25-b35d-cfae148c5175" providerId="ADAL" clId="{6D9934B5-0EAF-41B8-B79C-DD8EAB3C16B5}" dt="2026-07-15T16:21:43.643" v="255" actId="123"/>
          <ac:spMkLst>
            <pc:docMk/>
            <pc:sldMk cId="4276270353" sldId="264"/>
            <ac:spMk id="34" creationId="{77B8B81B-5342-FDA5-DB5D-B1253DF2D11D}"/>
          </ac:spMkLst>
        </pc:spChg>
      </pc:sldChg>
      <pc:sldChg chg="addSp modSp mod">
        <pc:chgData name="Eduardo S. Cudia" userId="b92cfa08-6a0f-4f25-b35d-cfae148c5175" providerId="ADAL" clId="{6D9934B5-0EAF-41B8-B79C-DD8EAB3C16B5}" dt="2026-07-15T16:20:49.982" v="201" actId="1035"/>
        <pc:sldMkLst>
          <pc:docMk/>
          <pc:sldMk cId="2197111913" sldId="265"/>
        </pc:sldMkLst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12" creationId="{2EDAB4B9-4A96-4209-07CE-5076A21BCEEF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14" creationId="{748DDF20-FF7E-7417-51A8-35F8CD8F3408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18" creationId="{2BBC8FA3-3BFA-9B76-D0CF-41DCD0D3A87C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32" creationId="{9A1C14E0-06D6-06A3-0AA7-FA03C73CC183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38" creationId="{69285BDC-29A7-86A3-5F10-24C900D3A2EA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46" creationId="{919BEE92-7395-33F4-3081-83AEE63DBD81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58" creationId="{E265EF1D-7BF1-46B9-2C78-4F0A5CF05A8E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64" creationId="{06F768C0-0421-E287-C10D-460CF3C99E4F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76" creationId="{8C30D6EF-20D2-CF68-794C-E98168DF1739}"/>
          </ac:spMkLst>
        </pc:spChg>
        <pc:spChg chg="mod">
          <ac:chgData name="Eduardo S. Cudia" userId="b92cfa08-6a0f-4f25-b35d-cfae148c5175" providerId="ADAL" clId="{6D9934B5-0EAF-41B8-B79C-DD8EAB3C16B5}" dt="2026-07-15T16:20:39.856" v="187" actId="255"/>
          <ac:spMkLst>
            <pc:docMk/>
            <pc:sldMk cId="2197111913" sldId="265"/>
            <ac:spMk id="88" creationId="{18F30E9C-6AD0-7EC1-2469-5597D8124133}"/>
          </ac:spMkLst>
        </pc:spChg>
        <pc:spChg chg="mod">
          <ac:chgData name="Eduardo S. Cudia" userId="b92cfa08-6a0f-4f25-b35d-cfae148c5175" providerId="ADAL" clId="{6D9934B5-0EAF-41B8-B79C-DD8EAB3C16B5}" dt="2026-07-15T16:20:49.982" v="201" actId="1035"/>
          <ac:spMkLst>
            <pc:docMk/>
            <pc:sldMk cId="2197111913" sldId="265"/>
            <ac:spMk id="92" creationId="{2CE90C4E-7C1F-A19F-07E6-E825876101F9}"/>
          </ac:spMkLst>
        </pc:spChg>
        <pc:spChg chg="mod">
          <ac:chgData name="Eduardo S. Cudia" userId="b92cfa08-6a0f-4f25-b35d-cfae148c5175" providerId="ADAL" clId="{6D9934B5-0EAF-41B8-B79C-DD8EAB3C16B5}" dt="2026-07-15T16:20:49.982" v="201" actId="1035"/>
          <ac:spMkLst>
            <pc:docMk/>
            <pc:sldMk cId="2197111913" sldId="265"/>
            <ac:spMk id="94" creationId="{3399EACD-C8AF-54DB-95D2-66F78A85CEC1}"/>
          </ac:spMkLst>
        </pc:spChg>
        <pc:grpChg chg="mod">
          <ac:chgData name="Eduardo S. Cudia" userId="b92cfa08-6a0f-4f25-b35d-cfae148c5175" providerId="ADAL" clId="{6D9934B5-0EAF-41B8-B79C-DD8EAB3C16B5}" dt="2026-07-15T16:20:46.685" v="190" actId="1036"/>
          <ac:grpSpMkLst>
            <pc:docMk/>
            <pc:sldMk cId="2197111913" sldId="265"/>
            <ac:grpSpMk id="97" creationId="{BE2CC5F0-0049-DD31-74C5-F07A2A49AEE9}"/>
          </ac:grpSpMkLst>
        </pc:grpChg>
      </pc:sldChg>
      <pc:sldChg chg="modSp mod">
        <pc:chgData name="Eduardo S. Cudia" userId="b92cfa08-6a0f-4f25-b35d-cfae148c5175" providerId="ADAL" clId="{6D9934B5-0EAF-41B8-B79C-DD8EAB3C16B5}" dt="2026-07-15T16:19:40.764" v="170" actId="207"/>
        <pc:sldMkLst>
          <pc:docMk/>
          <pc:sldMk cId="489999022" sldId="266"/>
        </pc:sldMkLst>
        <pc:spChg chg="mod">
          <ac:chgData name="Eduardo S. Cudia" userId="b92cfa08-6a0f-4f25-b35d-cfae148c5175" providerId="ADAL" clId="{6D9934B5-0EAF-41B8-B79C-DD8EAB3C16B5}" dt="2026-07-15T16:18:34.531" v="128" actId="2711"/>
          <ac:spMkLst>
            <pc:docMk/>
            <pc:sldMk cId="489999022" sldId="266"/>
            <ac:spMk id="12" creationId="{F1B6C1DC-6689-A999-9598-76CEB0BE6FDC}"/>
          </ac:spMkLst>
        </pc:spChg>
        <pc:spChg chg="mod">
          <ac:chgData name="Eduardo S. Cudia" userId="b92cfa08-6a0f-4f25-b35d-cfae148c5175" providerId="ADAL" clId="{6D9934B5-0EAF-41B8-B79C-DD8EAB3C16B5}" dt="2026-07-15T16:19:40.764" v="170" actId="207"/>
          <ac:spMkLst>
            <pc:docMk/>
            <pc:sldMk cId="489999022" sldId="266"/>
            <ac:spMk id="14" creationId="{F9B3D00D-6DEE-F453-8E9E-53E1062E8515}"/>
          </ac:spMkLst>
        </pc:spChg>
        <pc:spChg chg="mod">
          <ac:chgData name="Eduardo S. Cudia" userId="b92cfa08-6a0f-4f25-b35d-cfae148c5175" providerId="ADAL" clId="{6D9934B5-0EAF-41B8-B79C-DD8EAB3C16B5}" dt="2026-07-15T16:19:30.318" v="158" actId="1035"/>
          <ac:spMkLst>
            <pc:docMk/>
            <pc:sldMk cId="489999022" sldId="266"/>
            <ac:spMk id="16" creationId="{B8A5F53B-25A7-2B35-97A2-120C3090D19B}"/>
          </ac:spMkLst>
        </pc:spChg>
        <pc:spChg chg="mod">
          <ac:chgData name="Eduardo S. Cudia" userId="b92cfa08-6a0f-4f25-b35d-cfae148c5175" providerId="ADAL" clId="{6D9934B5-0EAF-41B8-B79C-DD8EAB3C16B5}" dt="2026-07-15T16:18:34.531" v="128" actId="2711"/>
          <ac:spMkLst>
            <pc:docMk/>
            <pc:sldMk cId="489999022" sldId="266"/>
            <ac:spMk id="18" creationId="{BA46ACAF-DDDC-454B-E519-FE1920D548B0}"/>
          </ac:spMkLst>
        </pc:spChg>
        <pc:spChg chg="mod">
          <ac:chgData name="Eduardo S. Cudia" userId="b92cfa08-6a0f-4f25-b35d-cfae148c5175" providerId="ADAL" clId="{6D9934B5-0EAF-41B8-B79C-DD8EAB3C16B5}" dt="2026-07-15T16:19:40.764" v="170" actId="207"/>
          <ac:spMkLst>
            <pc:docMk/>
            <pc:sldMk cId="489999022" sldId="266"/>
            <ac:spMk id="20" creationId="{100E8940-208C-60DD-1C13-6C59CD5407E4}"/>
          </ac:spMkLst>
        </pc:spChg>
        <pc:spChg chg="mod">
          <ac:chgData name="Eduardo S. Cudia" userId="b92cfa08-6a0f-4f25-b35d-cfae148c5175" providerId="ADAL" clId="{6D9934B5-0EAF-41B8-B79C-DD8EAB3C16B5}" dt="2026-07-15T16:19:32.568" v="163" actId="1035"/>
          <ac:spMkLst>
            <pc:docMk/>
            <pc:sldMk cId="489999022" sldId="266"/>
            <ac:spMk id="22" creationId="{E1FCA943-4C69-61AC-5B2C-911681E1A617}"/>
          </ac:spMkLst>
        </pc:spChg>
        <pc:spChg chg="mod">
          <ac:chgData name="Eduardo S. Cudia" userId="b92cfa08-6a0f-4f25-b35d-cfae148c5175" providerId="ADAL" clId="{6D9934B5-0EAF-41B8-B79C-DD8EAB3C16B5}" dt="2026-07-15T16:18:34.531" v="128" actId="2711"/>
          <ac:spMkLst>
            <pc:docMk/>
            <pc:sldMk cId="489999022" sldId="266"/>
            <ac:spMk id="24" creationId="{8AD9747C-4247-575A-1005-48EF80EE3F0F}"/>
          </ac:spMkLst>
        </pc:spChg>
        <pc:spChg chg="mod">
          <ac:chgData name="Eduardo S. Cudia" userId="b92cfa08-6a0f-4f25-b35d-cfae148c5175" providerId="ADAL" clId="{6D9934B5-0EAF-41B8-B79C-DD8EAB3C16B5}" dt="2026-07-15T16:19:40.764" v="170" actId="207"/>
          <ac:spMkLst>
            <pc:docMk/>
            <pc:sldMk cId="489999022" sldId="266"/>
            <ac:spMk id="26" creationId="{BAADB04C-0858-968E-6143-2481A1FA160F}"/>
          </ac:spMkLst>
        </pc:spChg>
        <pc:spChg chg="mod">
          <ac:chgData name="Eduardo S. Cudia" userId="b92cfa08-6a0f-4f25-b35d-cfae148c5175" providerId="ADAL" clId="{6D9934B5-0EAF-41B8-B79C-DD8EAB3C16B5}" dt="2026-07-15T16:19:35.284" v="169" actId="1035"/>
          <ac:spMkLst>
            <pc:docMk/>
            <pc:sldMk cId="489999022" sldId="266"/>
            <ac:spMk id="28" creationId="{355E83E6-50B4-B057-805D-3298A3EA11A8}"/>
          </ac:spMkLst>
        </pc:spChg>
        <pc:spChg chg="mod">
          <ac:chgData name="Eduardo S. Cudia" userId="b92cfa08-6a0f-4f25-b35d-cfae148c5175" providerId="ADAL" clId="{6D9934B5-0EAF-41B8-B79C-DD8EAB3C16B5}" dt="2026-07-15T16:17:59.742" v="106" actId="14100"/>
          <ac:spMkLst>
            <pc:docMk/>
            <pc:sldMk cId="489999022" sldId="266"/>
            <ac:spMk id="30" creationId="{6EC10F75-D46F-ED6A-7B15-EA1159D2DE9C}"/>
          </ac:spMkLst>
        </pc:spChg>
        <pc:spChg chg="mod">
          <ac:chgData name="Eduardo S. Cudia" userId="b92cfa08-6a0f-4f25-b35d-cfae148c5175" providerId="ADAL" clId="{6D9934B5-0EAF-41B8-B79C-DD8EAB3C16B5}" dt="2026-07-15T16:18:26.112" v="127" actId="255"/>
          <ac:spMkLst>
            <pc:docMk/>
            <pc:sldMk cId="489999022" sldId="266"/>
            <ac:spMk id="32" creationId="{9ED634D4-AF34-5145-0F1F-8320387E2394}"/>
          </ac:spMkLst>
        </pc:spChg>
      </pc:sldChg>
      <pc:sldChg chg="delSp modSp mod">
        <pc:chgData name="Eduardo S. Cudia" userId="b92cfa08-6a0f-4f25-b35d-cfae148c5175" providerId="ADAL" clId="{6D9934B5-0EAF-41B8-B79C-DD8EAB3C16B5}" dt="2026-07-16T08:28:35.579" v="555" actId="478"/>
        <pc:sldMkLst>
          <pc:docMk/>
          <pc:sldMk cId="2670635914" sldId="267"/>
        </pc:sldMkLst>
        <pc:spChg chg="del mod">
          <ac:chgData name="Eduardo S. Cudia" userId="b92cfa08-6a0f-4f25-b35d-cfae148c5175" providerId="ADAL" clId="{6D9934B5-0EAF-41B8-B79C-DD8EAB3C16B5}" dt="2026-07-16T08:28:35.579" v="555" actId="478"/>
          <ac:spMkLst>
            <pc:docMk/>
            <pc:sldMk cId="2670635914" sldId="267"/>
            <ac:spMk id="3" creationId="{1C0D8E1F-78D6-39B9-4C98-16AFEE376486}"/>
          </ac:spMkLst>
        </pc:spChg>
        <pc:spChg chg="mod">
          <ac:chgData name="Eduardo S. Cudia" userId="b92cfa08-6a0f-4f25-b35d-cfae148c5175" providerId="ADAL" clId="{6D9934B5-0EAF-41B8-B79C-DD8EAB3C16B5}" dt="2026-07-16T08:25:12.553" v="510" actId="1076"/>
          <ac:spMkLst>
            <pc:docMk/>
            <pc:sldMk cId="2670635914" sldId="267"/>
            <ac:spMk id="7" creationId="{F1243E9C-2D4F-0EB8-797F-D74E51C229E4}"/>
          </ac:spMkLst>
        </pc:spChg>
      </pc:sldChg>
      <pc:sldChg chg="addSp delSp modSp mod">
        <pc:chgData name="Eduardo S. Cudia" userId="b92cfa08-6a0f-4f25-b35d-cfae148c5175" providerId="ADAL" clId="{6D9934B5-0EAF-41B8-B79C-DD8EAB3C16B5}" dt="2026-07-16T08:28:27.533" v="552" actId="1076"/>
        <pc:sldMkLst>
          <pc:docMk/>
          <pc:sldMk cId="183085202" sldId="268"/>
        </pc:sldMkLst>
        <pc:spChg chg="mod">
          <ac:chgData name="Eduardo S. Cudia" userId="b92cfa08-6a0f-4f25-b35d-cfae148c5175" providerId="ADAL" clId="{6D9934B5-0EAF-41B8-B79C-DD8EAB3C16B5}" dt="2026-07-16T08:28:21.004" v="550" actId="403"/>
          <ac:spMkLst>
            <pc:docMk/>
            <pc:sldMk cId="183085202" sldId="268"/>
            <ac:spMk id="3" creationId="{57D4C7C8-70BD-89E6-4AB6-15AA23F2DE3E}"/>
          </ac:spMkLst>
        </pc:spChg>
        <pc:spChg chg="add mod">
          <ac:chgData name="Eduardo S. Cudia" userId="b92cfa08-6a0f-4f25-b35d-cfae148c5175" providerId="ADAL" clId="{6D9934B5-0EAF-41B8-B79C-DD8EAB3C16B5}" dt="2026-07-16T08:28:21.004" v="550" actId="403"/>
          <ac:spMkLst>
            <pc:docMk/>
            <pc:sldMk cId="183085202" sldId="268"/>
            <ac:spMk id="4" creationId="{FA24C934-0592-175B-1F8B-16B9F0F1EDEA}"/>
          </ac:spMkLst>
        </pc:spChg>
        <pc:spChg chg="del mod">
          <ac:chgData name="Eduardo S. Cudia" userId="b92cfa08-6a0f-4f25-b35d-cfae148c5175" providerId="ADAL" clId="{6D9934B5-0EAF-41B8-B79C-DD8EAB3C16B5}" dt="2026-07-16T08:27:42.704" v="524" actId="478"/>
          <ac:spMkLst>
            <pc:docMk/>
            <pc:sldMk cId="183085202" sldId="268"/>
            <ac:spMk id="5" creationId="{EF302BE6-8F4F-64BB-6A03-615EE7169361}"/>
          </ac:spMkLst>
        </pc:spChg>
        <pc:spChg chg="add del mod">
          <ac:chgData name="Eduardo S. Cudia" userId="b92cfa08-6a0f-4f25-b35d-cfae148c5175" providerId="ADAL" clId="{6D9934B5-0EAF-41B8-B79C-DD8EAB3C16B5}" dt="2026-07-16T08:27:45.711" v="525" actId="478"/>
          <ac:spMkLst>
            <pc:docMk/>
            <pc:sldMk cId="183085202" sldId="268"/>
            <ac:spMk id="12" creationId="{B1E880D3-4B02-06C8-0FB0-9B1DCFEA6B3B}"/>
          </ac:spMkLst>
        </pc:spChg>
        <pc:spChg chg="mod">
          <ac:chgData name="Eduardo S. Cudia" userId="b92cfa08-6a0f-4f25-b35d-cfae148c5175" providerId="ADAL" clId="{6D9934B5-0EAF-41B8-B79C-DD8EAB3C16B5}" dt="2026-07-16T08:28:08.728" v="547" actId="123"/>
          <ac:spMkLst>
            <pc:docMk/>
            <pc:sldMk cId="183085202" sldId="268"/>
            <ac:spMk id="14" creationId="{3DA4DE04-22A1-76B8-7B81-293F6A260C84}"/>
          </ac:spMkLst>
        </pc:spChg>
        <pc:spChg chg="add del mod">
          <ac:chgData name="Eduardo S. Cudia" userId="b92cfa08-6a0f-4f25-b35d-cfae148c5175" providerId="ADAL" clId="{6D9934B5-0EAF-41B8-B79C-DD8EAB3C16B5}" dt="2026-07-16T08:27:52.536" v="528" actId="478"/>
          <ac:spMkLst>
            <pc:docMk/>
            <pc:sldMk cId="183085202" sldId="268"/>
            <ac:spMk id="16" creationId="{9D244D68-8974-87FB-99A4-9BB9E587C82D}"/>
          </ac:spMkLst>
        </pc:spChg>
        <pc:spChg chg="mod">
          <ac:chgData name="Eduardo S. Cudia" userId="b92cfa08-6a0f-4f25-b35d-cfae148c5175" providerId="ADAL" clId="{6D9934B5-0EAF-41B8-B79C-DD8EAB3C16B5}" dt="2026-07-16T08:28:10.392" v="548" actId="123"/>
          <ac:spMkLst>
            <pc:docMk/>
            <pc:sldMk cId="183085202" sldId="268"/>
            <ac:spMk id="18" creationId="{2AB250EB-784C-5A2F-92CC-A8683EA1E8AB}"/>
          </ac:spMkLst>
        </pc:spChg>
        <pc:spChg chg="mod">
          <ac:chgData name="Eduardo S. Cudia" userId="b92cfa08-6a0f-4f25-b35d-cfae148c5175" providerId="ADAL" clId="{6D9934B5-0EAF-41B8-B79C-DD8EAB3C16B5}" dt="2026-07-16T08:28:24.881" v="551" actId="1076"/>
          <ac:spMkLst>
            <pc:docMk/>
            <pc:sldMk cId="183085202" sldId="268"/>
            <ac:spMk id="20" creationId="{B5485C87-FA72-DEC6-32DC-A23F2E4F4618}"/>
          </ac:spMkLst>
        </pc:spChg>
        <pc:spChg chg="mod">
          <ac:chgData name="Eduardo S. Cudia" userId="b92cfa08-6a0f-4f25-b35d-cfae148c5175" providerId="ADAL" clId="{6D9934B5-0EAF-41B8-B79C-DD8EAB3C16B5}" dt="2026-07-16T08:28:27.533" v="552" actId="1076"/>
          <ac:spMkLst>
            <pc:docMk/>
            <pc:sldMk cId="183085202" sldId="268"/>
            <ac:spMk id="22" creationId="{CBB83ED9-D741-1EDA-00D3-0CF658B64993}"/>
          </ac:spMkLst>
        </pc:spChg>
      </pc:sldChg>
      <pc:sldChg chg="modSp mod">
        <pc:chgData name="Eduardo S. Cudia" userId="b92cfa08-6a0f-4f25-b35d-cfae148c5175" providerId="ADAL" clId="{6D9934B5-0EAF-41B8-B79C-DD8EAB3C16B5}" dt="2026-07-16T08:25:28.092" v="516" actId="403"/>
        <pc:sldMkLst>
          <pc:docMk/>
          <pc:sldMk cId="2151516830" sldId="269"/>
        </pc:sldMkLst>
        <pc:spChg chg="mod">
          <ac:chgData name="Eduardo S. Cudia" userId="b92cfa08-6a0f-4f25-b35d-cfae148c5175" providerId="ADAL" clId="{6D9934B5-0EAF-41B8-B79C-DD8EAB3C16B5}" dt="2026-07-16T08:25:23.252" v="512" actId="207"/>
          <ac:spMkLst>
            <pc:docMk/>
            <pc:sldMk cId="2151516830" sldId="269"/>
            <ac:spMk id="4" creationId="{F8E62588-A489-4F9C-69D4-561DDEA79DEF}"/>
          </ac:spMkLst>
        </pc:spChg>
        <pc:spChg chg="mod">
          <ac:chgData name="Eduardo S. Cudia" userId="b92cfa08-6a0f-4f25-b35d-cfae148c5175" providerId="ADAL" clId="{6D9934B5-0EAF-41B8-B79C-DD8EAB3C16B5}" dt="2026-07-16T08:25:28.092" v="516" actId="403"/>
          <ac:spMkLst>
            <pc:docMk/>
            <pc:sldMk cId="2151516830" sldId="269"/>
            <ac:spMk id="9" creationId="{3DB67734-4157-AF7E-4F8C-A4085D5E0F0D}"/>
          </ac:spMkLst>
        </pc:spChg>
      </pc:sldChg>
    </pc:docChg>
  </pc:docChgLst>
  <pc:docChgLst>
    <pc:chgData name="Eduardo S. Cudia" userId="S::cudiaes@bsp.gov.ph::b92cfa08-6a0f-4f25-b35d-cfae148c5175" providerId="AD" clId="Web-{81FD44AD-DC89-E209-4BC9-BCA0FBF30338}"/>
    <pc:docChg chg="modSld">
      <pc:chgData name="Eduardo S. Cudia" userId="S::cudiaes@bsp.gov.ph::b92cfa08-6a0f-4f25-b35d-cfae148c5175" providerId="AD" clId="Web-{81FD44AD-DC89-E209-4BC9-BCA0FBF30338}" dt="2026-07-16T14:41:45.776" v="29" actId="20577"/>
      <pc:docMkLst>
        <pc:docMk/>
      </pc:docMkLst>
      <pc:sldChg chg="addSp delSp modSp">
        <pc:chgData name="Eduardo S. Cudia" userId="S::cudiaes@bsp.gov.ph::b92cfa08-6a0f-4f25-b35d-cfae148c5175" providerId="AD" clId="Web-{81FD44AD-DC89-E209-4BC9-BCA0FBF30338}" dt="2026-07-16T14:41:45.776" v="29" actId="20577"/>
        <pc:sldMkLst>
          <pc:docMk/>
          <pc:sldMk cId="1143009504" sldId="256"/>
        </pc:sldMkLst>
        <pc:spChg chg="add del mod">
          <ac:chgData name="Eduardo S. Cudia" userId="S::cudiaes@bsp.gov.ph::b92cfa08-6a0f-4f25-b35d-cfae148c5175" providerId="AD" clId="Web-{81FD44AD-DC89-E209-4BC9-BCA0FBF30338}" dt="2026-07-16T14:29:34.391" v="3"/>
          <ac:spMkLst>
            <pc:docMk/>
            <pc:sldMk cId="1143009504" sldId="256"/>
            <ac:spMk id="2" creationId="{DD78AAE9-36A4-80F6-413D-53F0F36FB935}"/>
          </ac:spMkLst>
        </pc:spChg>
        <pc:spChg chg="mod">
          <ac:chgData name="Eduardo S. Cudia" userId="S::cudiaes@bsp.gov.ph::b92cfa08-6a0f-4f25-b35d-cfae148c5175" providerId="AD" clId="Web-{81FD44AD-DC89-E209-4BC9-BCA0FBF30338}" dt="2026-07-16T14:29:54.376" v="25" actId="20577"/>
          <ac:spMkLst>
            <pc:docMk/>
            <pc:sldMk cId="1143009504" sldId="256"/>
            <ac:spMk id="5" creationId="{66941185-F250-6419-AB5F-4AD25442F8E1}"/>
          </ac:spMkLst>
        </pc:spChg>
        <pc:spChg chg="mod">
          <ac:chgData name="Eduardo S. Cudia" userId="S::cudiaes@bsp.gov.ph::b92cfa08-6a0f-4f25-b35d-cfae148c5175" providerId="AD" clId="Web-{81FD44AD-DC89-E209-4BC9-BCA0FBF30338}" dt="2026-07-16T14:41:45.776" v="29" actId="20577"/>
          <ac:spMkLst>
            <pc:docMk/>
            <pc:sldMk cId="1143009504" sldId="256"/>
            <ac:spMk id="12" creationId="{99B2D0BF-1B6A-6D92-81DB-5A0895F0AFE7}"/>
          </ac:spMkLst>
        </pc:spChg>
      </pc:sldChg>
    </pc:docChg>
  </pc:docChgLst>
  <pc:docChgLst>
    <pc:chgData name="Eduardo S. Cudia" userId="S::cudiaes@bsp.gov.ph::b92cfa08-6a0f-4f25-b35d-cfae148c5175" providerId="AD" clId="Web-{E8021377-3F14-FAE4-EE79-3432CF1830E0}"/>
    <pc:docChg chg="modSld">
      <pc:chgData name="Eduardo S. Cudia" userId="S::cudiaes@bsp.gov.ph::b92cfa08-6a0f-4f25-b35d-cfae148c5175" providerId="AD" clId="Web-{E8021377-3F14-FAE4-EE79-3432CF1830E0}" dt="2026-07-16T17:17:53.144" v="12"/>
      <pc:docMkLst>
        <pc:docMk/>
      </pc:docMkLst>
      <pc:sldChg chg="modSp">
        <pc:chgData name="Eduardo S. Cudia" userId="S::cudiaes@bsp.gov.ph::b92cfa08-6a0f-4f25-b35d-cfae148c5175" providerId="AD" clId="Web-{E8021377-3F14-FAE4-EE79-3432CF1830E0}" dt="2026-07-16T17:17:34.159" v="11"/>
        <pc:sldMkLst>
          <pc:docMk/>
          <pc:sldMk cId="902203371" sldId="259"/>
        </pc:sldMkLst>
        <pc:spChg chg="mod">
          <ac:chgData name="Eduardo S. Cudia" userId="S::cudiaes@bsp.gov.ph::b92cfa08-6a0f-4f25-b35d-cfae148c5175" providerId="AD" clId="Web-{E8021377-3F14-FAE4-EE79-3432CF1830E0}" dt="2026-07-16T17:17:34.159" v="11"/>
          <ac:spMkLst>
            <pc:docMk/>
            <pc:sldMk cId="902203371" sldId="259"/>
            <ac:spMk id="18" creationId="{53B2591A-6628-0688-3F6C-EE7E33E66F0A}"/>
          </ac:spMkLst>
        </pc:spChg>
        <pc:spChg chg="mod">
          <ac:chgData name="Eduardo S. Cudia" userId="S::cudiaes@bsp.gov.ph::b92cfa08-6a0f-4f25-b35d-cfae148c5175" providerId="AD" clId="Web-{E8021377-3F14-FAE4-EE79-3432CF1830E0}" dt="2026-07-16T17:17:34.159" v="10"/>
          <ac:spMkLst>
            <pc:docMk/>
            <pc:sldMk cId="902203371" sldId="259"/>
            <ac:spMk id="28" creationId="{E34D050C-E425-1060-C523-B0E2A03CCFF9}"/>
          </ac:spMkLst>
        </pc:spChg>
        <pc:spChg chg="mod">
          <ac:chgData name="Eduardo S. Cudia" userId="S::cudiaes@bsp.gov.ph::b92cfa08-6a0f-4f25-b35d-cfae148c5175" providerId="AD" clId="Web-{E8021377-3F14-FAE4-EE79-3432CF1830E0}" dt="2026-07-16T17:17:34.159" v="9"/>
          <ac:spMkLst>
            <pc:docMk/>
            <pc:sldMk cId="902203371" sldId="259"/>
            <ac:spMk id="38" creationId="{874AADF3-F6F3-5320-B5A9-F0E24CFD6A81}"/>
          </ac:spMkLst>
        </pc:spChg>
      </pc:sldChg>
      <pc:sldChg chg="delSp">
        <pc:chgData name="Eduardo S. Cudia" userId="S::cudiaes@bsp.gov.ph::b92cfa08-6a0f-4f25-b35d-cfae148c5175" providerId="AD" clId="Web-{E8021377-3F14-FAE4-EE79-3432CF1830E0}" dt="2026-07-16T17:17:53.144" v="12"/>
        <pc:sldMkLst>
          <pc:docMk/>
          <pc:sldMk cId="2151516830" sldId="269"/>
        </pc:sldMkLst>
        <pc:spChg chg="del">
          <ac:chgData name="Eduardo S. Cudia" userId="S::cudiaes@bsp.gov.ph::b92cfa08-6a0f-4f25-b35d-cfae148c5175" providerId="AD" clId="Web-{E8021377-3F14-FAE4-EE79-3432CF1830E0}" dt="2026-07-16T17:17:53.144" v="12"/>
          <ac:spMkLst>
            <pc:docMk/>
            <pc:sldMk cId="2151516830" sldId="269"/>
            <ac:spMk id="9" creationId="{3DB67734-4157-AF7E-4F8C-A4085D5E0F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4F5F2-43AC-46F7-A519-050A9029838B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D1A3A-4D46-45C4-9280-3F9A97A8B2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96789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D1A3A-4D46-45C4-9280-3F9A97A8B2F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524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127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110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987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9530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6454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72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0360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829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908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2299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9400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0448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9855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229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7990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4625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7321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D7AF9A1-20C4-4D7A-B4F2-9D066D70E9E9}" type="datetimeFigureOut">
              <a:rPr lang="en-PH" smtClean="0"/>
              <a:t>16/07/2026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021540F-1E6D-47AF-BCB9-1B0887CE36F5}" type="slidenum">
              <a:rPr lang="en-PH" smtClean="0"/>
              <a:t>‹#›</a:t>
            </a:fld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1C4FB-7031-EAD9-A85B-06849594C9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636250" y="63500"/>
            <a:ext cx="1520825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PH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3279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6941185-F250-6419-AB5F-4AD25442F8E1}"/>
              </a:ext>
            </a:extLst>
          </p:cNvPr>
          <p:cNvSpPr/>
          <p:nvPr/>
        </p:nvSpPr>
        <p:spPr>
          <a:xfrm>
            <a:off x="566928" y="1161288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/>
                <a:ea typeface="Georgia" pitchFamily="34" charset="-122"/>
                <a:cs typeface="Georgia" pitchFamily="34" charset="-120"/>
              </a:rPr>
              <a:t>Explainable Bank Account Fraud Detection</a:t>
            </a:r>
          </a:p>
          <a:p>
            <a:r>
              <a:rPr lang="en-US" sz="35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/>
              </a:rPr>
              <a:t>Using Machine Learning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99B2D0BF-1B6A-6D92-81DB-5A0895F0AFE7}"/>
              </a:ext>
            </a:extLst>
          </p:cNvPr>
          <p:cNvSpPr/>
          <p:nvPr/>
        </p:nvSpPr>
        <p:spPr>
          <a:xfrm>
            <a:off x="603504" y="6675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tx1">
                    <a:lumMod val="85000"/>
                  </a:schemeClr>
                </a:solidFill>
                <a:latin typeface="Aptos"/>
                <a:ea typeface="Arial" pitchFamily="34" charset="-122"/>
                <a:cs typeface="Arial"/>
              </a:rPr>
              <a:t>C A P S T O N E   P R O J E C T  ·  B U S I N E S </a:t>
            </a:r>
            <a:r>
              <a:rPr lang="en-US" sz="1400" b="1" err="1">
                <a:solidFill>
                  <a:schemeClr val="tx1">
                    <a:lumMod val="85000"/>
                  </a:schemeClr>
                </a:solidFill>
                <a:latin typeface="Aptos"/>
                <a:ea typeface="Arial" pitchFamily="34" charset="-122"/>
                <a:cs typeface="Arial"/>
              </a:rPr>
              <a:t>S</a:t>
            </a:r>
            <a:r>
              <a:rPr lang="en-US" sz="1400" b="1">
                <a:solidFill>
                  <a:schemeClr val="tx1">
                    <a:lumMod val="85000"/>
                  </a:schemeClr>
                </a:solidFill>
                <a:latin typeface="Aptos"/>
                <a:ea typeface="Arial" pitchFamily="34" charset="-122"/>
                <a:cs typeface="Arial"/>
              </a:rPr>
              <a:t>    P R E S E N T A T I O N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/>
              <a:cs typeface="Arial"/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B9B83612-6E9B-8ED6-042B-5C10FAB116C9}"/>
              </a:ext>
            </a:extLst>
          </p:cNvPr>
          <p:cNvSpPr/>
          <p:nvPr/>
        </p:nvSpPr>
        <p:spPr>
          <a:xfrm>
            <a:off x="603504" y="24871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Review Prioritization, Business Value, Risks &amp; Governance</a:t>
            </a:r>
            <a:endParaRPr lang="en-US" sz="16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80C666AD-73A5-2D39-8018-27F21A0CECA4}"/>
              </a:ext>
            </a:extLst>
          </p:cNvPr>
          <p:cNvSpPr/>
          <p:nvPr/>
        </p:nvSpPr>
        <p:spPr>
          <a:xfrm>
            <a:off x="603504" y="5067300"/>
            <a:ext cx="7829296" cy="1123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Eduardo S. Cudia </a:t>
            </a:r>
          </a:p>
          <a:p>
            <a:pPr marL="0" indent="0">
              <a:buNone/>
            </a:pPr>
            <a:r>
              <a:rPr lang="en-US" sz="16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Post Graduate Diploma in AI &amp; Machine Learning</a:t>
            </a:r>
            <a:r>
              <a:rPr lang="en-US" sz="16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16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Asian Institute of Management </a:t>
            </a:r>
          </a:p>
          <a:p>
            <a:pPr marL="0" indent="0">
              <a:buNone/>
            </a:pPr>
            <a:r>
              <a:rPr lang="en-US" sz="16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Dataset: Bank Account Fraud Dataset Suite - </a:t>
            </a:r>
            <a:r>
              <a:rPr lang="en-US" sz="1600" err="1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16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2022</a:t>
            </a:r>
          </a:p>
          <a:p>
            <a:pPr marL="0" indent="0">
              <a:buNone/>
            </a:pPr>
            <a:endParaRPr lang="en-US" sz="16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200" i="1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cs typeface="Arial" pitchFamily="34" charset="-120"/>
              </a:rPr>
              <a:t>July 2026</a:t>
            </a:r>
            <a:endParaRPr lang="en-US" sz="1200" i="1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AAF311B8-62F7-4D28-A592-0ED16D2F1634}"/>
              </a:ext>
            </a:extLst>
          </p:cNvPr>
          <p:cNvSpPr/>
          <p:nvPr/>
        </p:nvSpPr>
        <p:spPr>
          <a:xfrm>
            <a:off x="566928" y="2304288"/>
            <a:ext cx="4023360" cy="10972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F4AADDA4-8AF5-47AA-C255-AA29B081521E}"/>
              </a:ext>
            </a:extLst>
          </p:cNvPr>
          <p:cNvSpPr/>
          <p:nvPr/>
        </p:nvSpPr>
        <p:spPr>
          <a:xfrm>
            <a:off x="4864608" y="2304288"/>
            <a:ext cx="914400" cy="10972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3009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9E1ED5-057D-AEDF-F4FB-089788E4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676DC9-E96F-B4B0-3DE8-D74E4A7BB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74B476B-0982-67C8-342A-B0AF1C5F4D35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 PROBLEM</a:t>
            </a:r>
            <a:endParaRPr lang="en-US" sz="200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DD93DBB-1670-3294-039F-8566DBE03641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Fraud Review is Capacity-Limited and Inconsistent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8179DBA-1EB7-5A9D-EE36-D969F47962E1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EBC897B-0E9D-D866-E0CE-CB3276036C77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50">
              <a:latin typeface="Aptos" panose="020B0004020202020204" pitchFamily="34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657A80A-AB9C-DD1D-1913-729769810432}"/>
              </a:ext>
            </a:extLst>
          </p:cNvPr>
          <p:cNvSpPr/>
          <p:nvPr/>
        </p:nvSpPr>
        <p:spPr>
          <a:xfrm>
            <a:off x="685800" y="1848536"/>
            <a:ext cx="3429000" cy="2148840"/>
          </a:xfrm>
          <a:prstGeom prst="roundRect">
            <a:avLst>
              <a:gd name="adj" fmla="val 3404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20000"/>
                <a:lumOff val="80000"/>
                <a:alpha val="75000"/>
              </a:scheme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F16B40F-C6C6-526F-0D6C-FDF98D25C223}"/>
              </a:ext>
            </a:extLst>
          </p:cNvPr>
          <p:cNvSpPr/>
          <p:nvPr/>
        </p:nvSpPr>
        <p:spPr>
          <a:xfrm>
            <a:off x="978408" y="19715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Slow</a:t>
            </a:r>
            <a:endParaRPr lang="en-US" sz="240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D38C3C41-30B1-1424-E611-5817E773F39D}"/>
              </a:ext>
            </a:extLst>
          </p:cNvPr>
          <p:cNvSpPr/>
          <p:nvPr/>
        </p:nvSpPr>
        <p:spPr>
          <a:xfrm>
            <a:off x="978408" y="2273732"/>
            <a:ext cx="2834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Analysts cannot deeply investigate every digital account application before decisions must be made.</a:t>
            </a:r>
            <a:endParaRPr lang="en-US" sz="14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32CFD96-6C8A-3222-8E70-DADE67C67EAF}"/>
              </a:ext>
            </a:extLst>
          </p:cNvPr>
          <p:cNvSpPr/>
          <p:nvPr/>
        </p:nvSpPr>
        <p:spPr>
          <a:xfrm>
            <a:off x="4370832" y="1848536"/>
            <a:ext cx="3429000" cy="2148840"/>
          </a:xfrm>
          <a:prstGeom prst="roundRect">
            <a:avLst>
              <a:gd name="adj" fmla="val 3404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20000"/>
                <a:lumOff val="80000"/>
                <a:alpha val="75000"/>
              </a:scheme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4CBBEA1-882A-1F10-017E-0645B3DF06B8}"/>
              </a:ext>
            </a:extLst>
          </p:cNvPr>
          <p:cNvSpPr/>
          <p:nvPr/>
        </p:nvSpPr>
        <p:spPr>
          <a:xfrm>
            <a:off x="4663440" y="19536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Risky</a:t>
            </a:r>
            <a:endParaRPr lang="en-US" sz="220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981E876A-4BBC-C570-EBF3-1298020189F5}"/>
              </a:ext>
            </a:extLst>
          </p:cNvPr>
          <p:cNvSpPr/>
          <p:nvPr/>
        </p:nvSpPr>
        <p:spPr>
          <a:xfrm>
            <a:off x="4663440" y="2392604"/>
            <a:ext cx="2834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Missed fraud can lead to identity abuse, mule accounts, unauthorized transactions and regulatory exposure.</a:t>
            </a:r>
            <a:endParaRPr lang="en-US" sz="14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E6291AC8-B82C-9869-4D27-452C3A4B41F5}"/>
              </a:ext>
            </a:extLst>
          </p:cNvPr>
          <p:cNvSpPr/>
          <p:nvPr/>
        </p:nvSpPr>
        <p:spPr>
          <a:xfrm>
            <a:off x="8055864" y="1848536"/>
            <a:ext cx="3429000" cy="2148840"/>
          </a:xfrm>
          <a:prstGeom prst="roundRect">
            <a:avLst>
              <a:gd name="adj" fmla="val 3404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20000"/>
                <a:lumOff val="80000"/>
                <a:alpha val="75000"/>
              </a:scheme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DA6D7FA-FB0B-1D83-6FDB-77DC1CCADB6F}"/>
              </a:ext>
            </a:extLst>
          </p:cNvPr>
          <p:cNvSpPr/>
          <p:nvPr/>
        </p:nvSpPr>
        <p:spPr>
          <a:xfrm>
            <a:off x="8293608" y="19536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Inconsistent</a:t>
            </a:r>
            <a:endParaRPr lang="en-US" sz="2200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0D3A339F-69FD-1CEC-24AB-C8716597DC43}"/>
              </a:ext>
            </a:extLst>
          </p:cNvPr>
          <p:cNvSpPr/>
          <p:nvPr/>
        </p:nvSpPr>
        <p:spPr>
          <a:xfrm>
            <a:off x="8348472" y="2283818"/>
            <a:ext cx="28346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Manual triage can vary by analyst and may not capture hidden patterns across large volumes.</a:t>
            </a:r>
            <a:endParaRPr lang="en-US" sz="14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79DE3042-B473-4CE5-7844-CF81C40662EF}"/>
              </a:ext>
            </a:extLst>
          </p:cNvPr>
          <p:cNvSpPr/>
          <p:nvPr/>
        </p:nvSpPr>
        <p:spPr>
          <a:xfrm>
            <a:off x="685800" y="4758436"/>
            <a:ext cx="10799064" cy="777240"/>
          </a:xfrm>
          <a:prstGeom prst="roundRect">
            <a:avLst>
              <a:gd name="adj" fmla="val 9412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latin typeface="Aptos" panose="020B0004020202020204" pitchFamily="34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E004EFE5-7190-957C-6B33-8747A40A97CF}"/>
              </a:ext>
            </a:extLst>
          </p:cNvPr>
          <p:cNvSpPr/>
          <p:nvPr/>
        </p:nvSpPr>
        <p:spPr>
          <a:xfrm>
            <a:off x="827532" y="4831006"/>
            <a:ext cx="103555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i="1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opportunity: use an explainable AI score to rank applications so analysts review the highest-risk 10% first.</a:t>
            </a:r>
            <a:endParaRPr lang="en-US" sz="2000" i="1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767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ADDFE-FD0B-4CA9-EEA7-C6A96C96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39B3FA-4D7F-F01F-87B7-B670AEFE9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AE05540-60E2-65C3-BEC2-2D1C8B1FEA41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OUR  SOLUTION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BFB1164-C539-DA6C-2446-1524EF64012D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Fraud Prioritization Engine Works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80CADD9-E38F-A78A-3CD7-991BAF3795C0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5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74DE10F8-C4B9-675B-38AE-145A6DD412FC}"/>
              </a:ext>
            </a:extLst>
          </p:cNvPr>
          <p:cNvSpPr/>
          <p:nvPr/>
        </p:nvSpPr>
        <p:spPr>
          <a:xfrm>
            <a:off x="685800" y="150876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E872C2B-9ABE-91E4-7D38-6EAE230964EC}"/>
              </a:ext>
            </a:extLst>
          </p:cNvPr>
          <p:cNvSpPr/>
          <p:nvPr/>
        </p:nvSpPr>
        <p:spPr>
          <a:xfrm>
            <a:off x="727237" y="1565220"/>
            <a:ext cx="685800" cy="6858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F31F978D-1F1C-DFEE-0184-E00A8C62F1BA}"/>
              </a:ext>
            </a:extLst>
          </p:cNvPr>
          <p:cNvSpPr/>
          <p:nvPr/>
        </p:nvSpPr>
        <p:spPr>
          <a:xfrm>
            <a:off x="692622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>
              <a:solidFill>
                <a:srgbClr val="FF6600"/>
              </a:solidFill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53B2591A-6628-0688-3F6C-EE7E33E66F0A}"/>
              </a:ext>
            </a:extLst>
          </p:cNvPr>
          <p:cNvSpPr/>
          <p:nvPr/>
        </p:nvSpPr>
        <p:spPr>
          <a:xfrm>
            <a:off x="1587498" y="1682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73B6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Score every application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0A7B904-36CB-7A43-2C7A-16109A800CC0}"/>
              </a:ext>
            </a:extLst>
          </p:cNvPr>
          <p:cNvSpPr/>
          <p:nvPr/>
        </p:nvSpPr>
        <p:spPr>
          <a:xfrm>
            <a:off x="935736" y="2089404"/>
            <a:ext cx="3032761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60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model estimates fraud probability using application, identity, device, credit, session and behavioral indicators.</a:t>
            </a:r>
            <a:endParaRPr lang="en-US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A47C8D7A-FE5E-22D0-167E-F354165275EE}"/>
              </a:ext>
            </a:extLst>
          </p:cNvPr>
          <p:cNvSpPr/>
          <p:nvPr/>
        </p:nvSpPr>
        <p:spPr>
          <a:xfrm>
            <a:off x="4370832" y="150876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A170168A-41A9-7D1C-FFB9-560B2F199037}"/>
              </a:ext>
            </a:extLst>
          </p:cNvPr>
          <p:cNvSpPr/>
          <p:nvPr/>
        </p:nvSpPr>
        <p:spPr>
          <a:xfrm>
            <a:off x="4441224" y="1560648"/>
            <a:ext cx="685800" cy="6858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C45297E9-05A2-FADF-F99F-E12FD8D259C6}"/>
              </a:ext>
            </a:extLst>
          </p:cNvPr>
          <p:cNvSpPr/>
          <p:nvPr/>
        </p:nvSpPr>
        <p:spPr>
          <a:xfrm>
            <a:off x="4423808" y="17190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>
              <a:solidFill>
                <a:srgbClr val="FF6600"/>
              </a:solidFill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E34D050C-E425-1060-C523-B0E2A03CCFF9}"/>
              </a:ext>
            </a:extLst>
          </p:cNvPr>
          <p:cNvSpPr/>
          <p:nvPr/>
        </p:nvSpPr>
        <p:spPr>
          <a:xfrm>
            <a:off x="5275072" y="1684093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73B6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Rank by risk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86EF8F3-FCB6-12C9-C8BA-415D2B6E59CE}"/>
              </a:ext>
            </a:extLst>
          </p:cNvPr>
          <p:cNvSpPr/>
          <p:nvPr/>
        </p:nvSpPr>
        <p:spPr>
          <a:xfrm>
            <a:off x="4655310" y="2175838"/>
            <a:ext cx="2931674" cy="13958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60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Applications are sorted from highest to lowest risk, creating a repeatable review queue.</a:t>
            </a:r>
            <a:endParaRPr lang="en-US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FCAA7E71-38B3-AF78-4833-A51ADF52AFAD}"/>
              </a:ext>
            </a:extLst>
          </p:cNvPr>
          <p:cNvSpPr/>
          <p:nvPr/>
        </p:nvSpPr>
        <p:spPr>
          <a:xfrm>
            <a:off x="8055864" y="150876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9A11BE67-E69E-03ED-B994-EBA3D40A87C2}"/>
              </a:ext>
            </a:extLst>
          </p:cNvPr>
          <p:cNvSpPr/>
          <p:nvPr/>
        </p:nvSpPr>
        <p:spPr>
          <a:xfrm>
            <a:off x="8170962" y="1560648"/>
            <a:ext cx="685800" cy="685800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81E4341B-A5D0-4509-5D9C-6B8470DBFE42}"/>
              </a:ext>
            </a:extLst>
          </p:cNvPr>
          <p:cNvSpPr/>
          <p:nvPr/>
        </p:nvSpPr>
        <p:spPr>
          <a:xfrm>
            <a:off x="8149698" y="1717475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6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>
              <a:solidFill>
                <a:srgbClr val="FF6600"/>
              </a:solidFill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874AADF3-F6F3-5320-B5A9-F0E24CFD6A81}"/>
              </a:ext>
            </a:extLst>
          </p:cNvPr>
          <p:cNvSpPr/>
          <p:nvPr/>
        </p:nvSpPr>
        <p:spPr>
          <a:xfrm>
            <a:off x="8979408" y="1703977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73B6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Review top 10%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A0394D28-8BCF-94E7-B603-1774B0DB3C0B}"/>
              </a:ext>
            </a:extLst>
          </p:cNvPr>
          <p:cNvSpPr/>
          <p:nvPr/>
        </p:nvSpPr>
        <p:spPr>
          <a:xfrm>
            <a:off x="8287657" y="2161612"/>
            <a:ext cx="2968607" cy="14372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600">
                <a:solidFill>
                  <a:schemeClr val="bg1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analysts focus on the highest-risk 10% while retaining final decision authority.</a:t>
            </a:r>
            <a:endParaRPr lang="en-US" sz="160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95101A0C-FA24-E7B6-8446-F9A4E6F83FDF}"/>
              </a:ext>
            </a:extLst>
          </p:cNvPr>
          <p:cNvSpPr/>
          <p:nvPr/>
        </p:nvSpPr>
        <p:spPr>
          <a:xfrm>
            <a:off x="694944" y="4776796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3D014714-6B65-2CD4-177C-BAE02E110333}"/>
              </a:ext>
            </a:extLst>
          </p:cNvPr>
          <p:cNvSpPr/>
          <p:nvPr/>
        </p:nvSpPr>
        <p:spPr>
          <a:xfrm>
            <a:off x="836676" y="4842075"/>
            <a:ext cx="997610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i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Intended use: decision support for human review, not automatic customer rejection.</a:t>
            </a:r>
            <a:endParaRPr lang="en-US" sz="1900" b="1" i="1">
              <a:latin typeface="Aptos" panose="020B0004020202020204" pitchFamily="34" charset="0"/>
            </a:endParaRPr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60C8DB7D-2B83-3446-454D-88E03AED48C4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20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4AD72-7AA8-96CB-A0F4-382DC52CC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143F68-E86C-2B74-6FAE-61ABB5E8D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E39B8F97-BC33-E6AE-2724-A9761C2CA38C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MODEL  CONFIDENCE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F40DF55-4C6F-28D2-03B7-873405A20618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Can Trust the Ranking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2A9624CD-C3A8-FC25-5412-9D54399CAE25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5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471AA14-C2FE-1AA1-15BA-496F245E3349}"/>
              </a:ext>
            </a:extLst>
          </p:cNvPr>
          <p:cNvSpPr/>
          <p:nvPr/>
        </p:nvSpPr>
        <p:spPr>
          <a:xfrm>
            <a:off x="868680" y="1562460"/>
            <a:ext cx="2377440" cy="1234440"/>
          </a:xfrm>
          <a:prstGeom prst="roundRect">
            <a:avLst>
              <a:gd name="adj" fmla="val 5926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16183B3-DE8A-4DFF-12BF-8C2DB6D61364}"/>
              </a:ext>
            </a:extLst>
          </p:cNvPr>
          <p:cNvSpPr/>
          <p:nvPr/>
        </p:nvSpPr>
        <p:spPr>
          <a:xfrm>
            <a:off x="1069848" y="179106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0.1985</a:t>
            </a:r>
            <a:endParaRPr lang="en-US" sz="2600">
              <a:solidFill>
                <a:srgbClr val="00206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0EFD319-712A-CC8C-538F-744F39C1C4F9}"/>
              </a:ext>
            </a:extLst>
          </p:cNvPr>
          <p:cNvSpPr/>
          <p:nvPr/>
        </p:nvSpPr>
        <p:spPr>
          <a:xfrm>
            <a:off x="1097280" y="218403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Base test PR-AUC</a:t>
            </a:r>
            <a:endParaRPr lang="en-US" sz="1600" b="1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D5676AC1-CEBF-B3C0-683D-7B2F77E07F40}"/>
              </a:ext>
            </a:extLst>
          </p:cNvPr>
          <p:cNvSpPr/>
          <p:nvPr/>
        </p:nvSpPr>
        <p:spPr>
          <a:xfrm>
            <a:off x="3611880" y="1562460"/>
            <a:ext cx="2377440" cy="1234440"/>
          </a:xfrm>
          <a:prstGeom prst="roundRect">
            <a:avLst>
              <a:gd name="adj" fmla="val 5926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53B5D58-CAEE-14C3-41D8-503AAAC1EF8F}"/>
              </a:ext>
            </a:extLst>
          </p:cNvPr>
          <p:cNvSpPr/>
          <p:nvPr/>
        </p:nvSpPr>
        <p:spPr>
          <a:xfrm>
            <a:off x="3813048" y="179106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0.8907</a:t>
            </a:r>
            <a:endParaRPr lang="en-US" sz="2600">
              <a:solidFill>
                <a:srgbClr val="002060"/>
              </a:solidFill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0F759C6-3944-E85C-893F-E525E9409C8F}"/>
              </a:ext>
            </a:extLst>
          </p:cNvPr>
          <p:cNvSpPr/>
          <p:nvPr/>
        </p:nvSpPr>
        <p:spPr>
          <a:xfrm>
            <a:off x="3822192" y="216930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400" b="1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A6D55877-6F88-A8C2-7AE2-54F20AF01012}"/>
              </a:ext>
            </a:extLst>
          </p:cNvPr>
          <p:cNvSpPr/>
          <p:nvPr/>
        </p:nvSpPr>
        <p:spPr>
          <a:xfrm>
            <a:off x="6355080" y="1562460"/>
            <a:ext cx="2377440" cy="1234440"/>
          </a:xfrm>
          <a:prstGeom prst="roundRect">
            <a:avLst>
              <a:gd name="adj" fmla="val 5926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E55A7"/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757E0C8-DABC-894B-9500-BE3D333D0B9E}"/>
              </a:ext>
            </a:extLst>
          </p:cNvPr>
          <p:cNvSpPr/>
          <p:nvPr/>
        </p:nvSpPr>
        <p:spPr>
          <a:xfrm>
            <a:off x="6556248" y="179106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67.02%</a:t>
            </a:r>
            <a:endParaRPr lang="en-US" sz="2600">
              <a:solidFill>
                <a:srgbClr val="002060"/>
              </a:solidFill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B348517-CE70-53FE-C09E-D1C9AAF8E5DF}"/>
              </a:ext>
            </a:extLst>
          </p:cNvPr>
          <p:cNvSpPr/>
          <p:nvPr/>
        </p:nvSpPr>
        <p:spPr>
          <a:xfrm>
            <a:off x="6532590" y="2243904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captured in top 10%</a:t>
            </a:r>
            <a:endParaRPr lang="en-US" sz="1600" b="1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626E05C4-D5B8-662D-332E-1228D69DC2F4}"/>
              </a:ext>
            </a:extLst>
          </p:cNvPr>
          <p:cNvSpPr/>
          <p:nvPr/>
        </p:nvSpPr>
        <p:spPr>
          <a:xfrm>
            <a:off x="9098280" y="1562460"/>
            <a:ext cx="2377440" cy="1234440"/>
          </a:xfrm>
          <a:prstGeom prst="roundRect">
            <a:avLst>
              <a:gd name="adj" fmla="val 5926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20000"/>
                <a:lumOff val="80000"/>
              </a:schemeClr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 sz="1400" b="1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7A53BF2-34A7-3792-BFF6-E4BE44A3E3FB}"/>
              </a:ext>
            </a:extLst>
          </p:cNvPr>
          <p:cNvSpPr/>
          <p:nvPr/>
        </p:nvSpPr>
        <p:spPr>
          <a:xfrm>
            <a:off x="9299448" y="179106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02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0.2013</a:t>
            </a:r>
            <a:endParaRPr lang="en-US" sz="2600">
              <a:solidFill>
                <a:srgbClr val="002060"/>
              </a:solidFill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BD824D4-49EB-E801-FADE-41CEF03AD69A}"/>
              </a:ext>
            </a:extLst>
          </p:cNvPr>
          <p:cNvSpPr/>
          <p:nvPr/>
        </p:nvSpPr>
        <p:spPr>
          <a:xfrm>
            <a:off x="9352788" y="2169522"/>
            <a:ext cx="21229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33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Variant II PR-AUC</a:t>
            </a:r>
            <a:endParaRPr lang="en-US" sz="1600" b="1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5923391C-E272-61B8-35E4-5AFD081ED888}"/>
              </a:ext>
            </a:extLst>
          </p:cNvPr>
          <p:cNvSpPr/>
          <p:nvPr/>
        </p:nvSpPr>
        <p:spPr>
          <a:xfrm>
            <a:off x="896112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In plain terms: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1D735178-2496-E73E-4B57-DD44B498BD8A}"/>
              </a:ext>
            </a:extLst>
          </p:cNvPr>
          <p:cNvSpPr/>
          <p:nvPr/>
        </p:nvSpPr>
        <p:spPr>
          <a:xfrm>
            <a:off x="896112" y="3534154"/>
            <a:ext cx="10241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model concentrates about two-thirds of fraud cases into the highest-risk 10% of applications. It also performs consistently on Variant II, showing stable ranking behavior across dataset variants.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C58EFC56-C0A6-7CD1-2579-1DD99681611A}"/>
              </a:ext>
            </a:extLst>
          </p:cNvPr>
          <p:cNvSpPr/>
          <p:nvPr/>
        </p:nvSpPr>
        <p:spPr>
          <a:xfrm>
            <a:off x="896112" y="4630486"/>
            <a:ext cx="10579608" cy="685800"/>
          </a:xfrm>
          <a:prstGeom prst="roundRect">
            <a:avLst>
              <a:gd name="adj" fmla="val 10667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58611057-DD68-410C-4C2D-3D179D686682}"/>
              </a:ext>
            </a:extLst>
          </p:cNvPr>
          <p:cNvSpPr/>
          <p:nvPr/>
        </p:nvSpPr>
        <p:spPr>
          <a:xfrm>
            <a:off x="1060704" y="4771206"/>
            <a:ext cx="98389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900" b="1" i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Recommendation: trust the ranking for prioritization; recalibrate thresholds before production use.</a:t>
            </a:r>
            <a:endParaRPr lang="en-US" sz="1900" i="1">
              <a:latin typeface="Aptos" panose="020B0004020202020204" pitchFamily="34" charset="0"/>
            </a:endParaRPr>
          </a:p>
        </p:txBody>
      </p:sp>
      <p:sp>
        <p:nvSpPr>
          <p:cNvPr id="44" name="Text 2">
            <a:extLst>
              <a:ext uri="{FF2B5EF4-FFF2-40B4-BE49-F238E27FC236}">
                <a16:creationId xmlns:a16="http://schemas.microsoft.com/office/drawing/2014/main" id="{B1F73C3D-E0F3-F6F1-9F57-5A7B933CFA6E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92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54DFC-767E-67EB-E633-5D26A71E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9610E5-0BE4-925A-D46F-E460A979C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F03CBF4-F8B2-738E-90C3-70EB064366F5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6C2C23A-9E4E-1126-DFD2-3289F7B0F967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That Matter to Operations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0A90AE0-E1E8-4ABE-4C70-03754FD028C7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5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3DBA742-B6E1-3D6E-63B4-648F69709348}"/>
              </a:ext>
            </a:extLst>
          </p:cNvPr>
          <p:cNvSpPr/>
          <p:nvPr/>
        </p:nvSpPr>
        <p:spPr>
          <a:xfrm>
            <a:off x="685800" y="1874520"/>
            <a:ext cx="4754880" cy="23317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PH" sz="3200">
              <a:solidFill>
                <a:srgbClr val="002060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13C907A-AA62-81E5-00BC-14F77580EF9D}"/>
              </a:ext>
            </a:extLst>
          </p:cNvPr>
          <p:cNvSpPr/>
          <p:nvPr/>
        </p:nvSpPr>
        <p:spPr>
          <a:xfrm>
            <a:off x="685800" y="1645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captured within a 10% review queue</a:t>
            </a:r>
            <a:endParaRPr lang="en-US" b="1">
              <a:solidFill>
                <a:schemeClr val="accent6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4A1E9226-6FB1-66D0-3691-8421BAE3C440}"/>
              </a:ext>
            </a:extLst>
          </p:cNvPr>
          <p:cNvSpPr/>
          <p:nvPr/>
        </p:nvSpPr>
        <p:spPr>
          <a:xfrm>
            <a:off x="1256386" y="3531870"/>
            <a:ext cx="1236269" cy="21717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chemeClr val="accent3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PH" sz="3200">
              <a:solidFill>
                <a:srgbClr val="002060"/>
              </a:solidFill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9568EF3-EC99-EF65-213B-3BA33215CE44}"/>
              </a:ext>
            </a:extLst>
          </p:cNvPr>
          <p:cNvSpPr/>
          <p:nvPr/>
        </p:nvSpPr>
        <p:spPr>
          <a:xfrm>
            <a:off x="1073506" y="3822192"/>
            <a:ext cx="16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review</a:t>
            </a:r>
            <a:endParaRPr lang="en-US" sz="1400">
              <a:solidFill>
                <a:srgbClr val="002060"/>
              </a:solidFill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B57B86A4-C086-6F21-EF61-F71F3AEED5FA}"/>
              </a:ext>
            </a:extLst>
          </p:cNvPr>
          <p:cNvSpPr/>
          <p:nvPr/>
        </p:nvSpPr>
        <p:spPr>
          <a:xfrm>
            <a:off x="1091794" y="3275838"/>
            <a:ext cx="15654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>
              <a:solidFill>
                <a:srgbClr val="002060"/>
              </a:solidFill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2BD223E-BD62-0AC5-7657-6596D653215D}"/>
              </a:ext>
            </a:extLst>
          </p:cNvPr>
          <p:cNvSpPr/>
          <p:nvPr/>
        </p:nvSpPr>
        <p:spPr>
          <a:xfrm>
            <a:off x="3633826" y="2293567"/>
            <a:ext cx="1236269" cy="1455473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PH" sz="320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3E758C2-F8B4-CB3F-AFA7-69B16C56E3E7}"/>
              </a:ext>
            </a:extLst>
          </p:cNvPr>
          <p:cNvSpPr/>
          <p:nvPr/>
        </p:nvSpPr>
        <p:spPr>
          <a:xfrm>
            <a:off x="3450946" y="3822192"/>
            <a:ext cx="1602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AI-ranked top 10%</a:t>
            </a:r>
            <a:endParaRPr lang="en-US" sz="1400">
              <a:solidFill>
                <a:srgbClr val="002060"/>
              </a:solidFill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EB0040C-F0E6-5A54-C99E-08DBF58288DD}"/>
              </a:ext>
            </a:extLst>
          </p:cNvPr>
          <p:cNvSpPr/>
          <p:nvPr/>
        </p:nvSpPr>
        <p:spPr>
          <a:xfrm>
            <a:off x="3469234" y="2037535"/>
            <a:ext cx="156545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67.02%</a:t>
            </a:r>
            <a:endParaRPr lang="en-US" sz="1400">
              <a:solidFill>
                <a:srgbClr val="002060"/>
              </a:solidFill>
            </a:endParaRP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77144406-BB85-0A7B-235E-3671B2CD04FF}"/>
              </a:ext>
            </a:extLst>
          </p:cNvPr>
          <p:cNvSpPr/>
          <p:nvPr/>
        </p:nvSpPr>
        <p:spPr>
          <a:xfrm>
            <a:off x="6080760" y="1600200"/>
            <a:ext cx="2377440" cy="1143000"/>
          </a:xfrm>
          <a:prstGeom prst="roundRect">
            <a:avLst>
              <a:gd name="adj" fmla="val 6400"/>
            </a:avLst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75000"/>
              </a:schemeClr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8DAA95B1-8350-AF94-0A41-EFDD30D40DF8}"/>
              </a:ext>
            </a:extLst>
          </p:cNvPr>
          <p:cNvSpPr/>
          <p:nvPr/>
        </p:nvSpPr>
        <p:spPr>
          <a:xfrm>
            <a:off x="6167628" y="1636776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9.88%</a:t>
            </a:r>
            <a:endParaRPr lang="en-US" sz="2600">
              <a:solidFill>
                <a:srgbClr val="FF3300"/>
              </a:solidFill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510CC68C-D3AB-ABF3-57DB-9CE8BB15BAD8}"/>
              </a:ext>
            </a:extLst>
          </p:cNvPr>
          <p:cNvSpPr/>
          <p:nvPr/>
        </p:nvSpPr>
        <p:spPr>
          <a:xfrm>
            <a:off x="6221280" y="2080260"/>
            <a:ext cx="223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206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precision in review queue</a:t>
            </a:r>
            <a:endParaRPr lang="en-US" sz="1600" b="1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C2098217-2B16-CE9E-A685-87E706F62224}"/>
              </a:ext>
            </a:extLst>
          </p:cNvPr>
          <p:cNvSpPr/>
          <p:nvPr/>
        </p:nvSpPr>
        <p:spPr>
          <a:xfrm>
            <a:off x="8869680" y="1600200"/>
            <a:ext cx="2377440" cy="1143000"/>
          </a:xfrm>
          <a:prstGeom prst="roundRect">
            <a:avLst>
              <a:gd name="adj" fmla="val 6400"/>
            </a:avLst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75000"/>
              </a:schemeClr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BEA3A367-775A-D640-9695-9C0D24B54B83}"/>
              </a:ext>
            </a:extLst>
          </p:cNvPr>
          <p:cNvSpPr/>
          <p:nvPr/>
        </p:nvSpPr>
        <p:spPr>
          <a:xfrm>
            <a:off x="9009888" y="166740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~9x</a:t>
            </a:r>
            <a:endParaRPr lang="en-US" sz="2600">
              <a:solidFill>
                <a:srgbClr val="FF3300"/>
              </a:solidFill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2BDB2F28-6B4D-D154-3624-C17759874AEC}"/>
              </a:ext>
            </a:extLst>
          </p:cNvPr>
          <p:cNvSpPr/>
          <p:nvPr/>
        </p:nvSpPr>
        <p:spPr>
          <a:xfrm>
            <a:off x="9098280" y="200025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206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Fraud concentration</a:t>
            </a:r>
            <a:endParaRPr lang="en-US" sz="1600" b="1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8C78F502-6493-83E4-F06C-17944BC50654}"/>
              </a:ext>
            </a:extLst>
          </p:cNvPr>
          <p:cNvSpPr/>
          <p:nvPr/>
        </p:nvSpPr>
        <p:spPr>
          <a:xfrm>
            <a:off x="6080760" y="3154680"/>
            <a:ext cx="2377440" cy="1143000"/>
          </a:xfrm>
          <a:prstGeom prst="roundRect">
            <a:avLst>
              <a:gd name="adj" fmla="val 6400"/>
            </a:avLst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75000"/>
              </a:schemeClr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6F3C6CE4-0EED-CF03-1FC5-C332A7C333B9}"/>
              </a:ext>
            </a:extLst>
          </p:cNvPr>
          <p:cNvSpPr/>
          <p:nvPr/>
        </p:nvSpPr>
        <p:spPr>
          <a:xfrm>
            <a:off x="6167628" y="3181967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6.42M</a:t>
            </a:r>
            <a:endParaRPr lang="en-US" sz="2600">
              <a:solidFill>
                <a:srgbClr val="FF3300"/>
              </a:solidFill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8372E065-264F-55CA-36EC-B6C9D49A3FE7}"/>
              </a:ext>
            </a:extLst>
          </p:cNvPr>
          <p:cNvSpPr/>
          <p:nvPr/>
        </p:nvSpPr>
        <p:spPr>
          <a:xfrm>
            <a:off x="6302814" y="3539018"/>
            <a:ext cx="21113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206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Estimated net benefit</a:t>
            </a:r>
            <a:endParaRPr lang="en-US" sz="1600" b="1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09C2EEB7-672F-BDF1-4455-402E45E7A77F}"/>
              </a:ext>
            </a:extLst>
          </p:cNvPr>
          <p:cNvSpPr/>
          <p:nvPr/>
        </p:nvSpPr>
        <p:spPr>
          <a:xfrm>
            <a:off x="8869680" y="3154680"/>
            <a:ext cx="2377440" cy="1143000"/>
          </a:xfrm>
          <a:prstGeom prst="roundRect">
            <a:avLst>
              <a:gd name="adj" fmla="val 6400"/>
            </a:avLst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75000"/>
              </a:schemeClr>
            </a:solidFill>
            <a:prstDash val="solid"/>
          </a:ln>
          <a:effectLst>
            <a:outerShdw blurRad="25400" dist="50800" dir="16200000" algn="bl" rotWithShape="0">
              <a:srgbClr val="C7D6E7">
                <a:alpha val="1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F2784C4-0B11-F7DF-7C43-5D2D4787186F}"/>
              </a:ext>
            </a:extLst>
          </p:cNvPr>
          <p:cNvSpPr/>
          <p:nvPr/>
        </p:nvSpPr>
        <p:spPr>
          <a:xfrm>
            <a:off x="9009888" y="316661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FF3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600">
              <a:solidFill>
                <a:srgbClr val="FF3300"/>
              </a:solidFill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88F78509-5498-6F79-125D-7BF35BFC59EA}"/>
              </a:ext>
            </a:extLst>
          </p:cNvPr>
          <p:cNvSpPr/>
          <p:nvPr/>
        </p:nvSpPr>
        <p:spPr>
          <a:xfrm>
            <a:off x="8961882" y="353187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0206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Analyst workload policy</a:t>
            </a:r>
            <a:endParaRPr lang="en-US" sz="1600" b="1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8BA6830-7F0A-6C53-3E88-C39DB38C1338}"/>
              </a:ext>
            </a:extLst>
          </p:cNvPr>
          <p:cNvSpPr/>
          <p:nvPr/>
        </p:nvSpPr>
        <p:spPr>
          <a:xfrm>
            <a:off x="685800" y="4923536"/>
            <a:ext cx="10561320" cy="621792"/>
          </a:xfrm>
          <a:prstGeom prst="roundRect">
            <a:avLst>
              <a:gd name="adj" fmla="val 11765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8A48C270-49A4-DB10-E83B-93141638320C}"/>
              </a:ext>
            </a:extLst>
          </p:cNvPr>
          <p:cNvSpPr/>
          <p:nvPr/>
        </p:nvSpPr>
        <p:spPr>
          <a:xfrm>
            <a:off x="944880" y="5037836"/>
            <a:ext cx="1027557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900" b="1" i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Bottom line: the model can make the fraud-review queue more focused, productive and measurable.</a:t>
            </a:r>
            <a:endParaRPr lang="en-US" sz="1900" i="1">
              <a:latin typeface="Aptos" panose="020B0004020202020204" pitchFamily="34" charset="0"/>
            </a:endParaRPr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36586889-2191-4E59-353C-A30C92D04035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51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96234-768C-CCAF-08F2-4511F253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0F4DAF-8B6E-CD2F-594C-D01FAB658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7515D2B-B0B1-AD53-320D-84C0F7EECDAD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ACTIONABLE  REVIEW  </a:t>
            </a:r>
            <a:r>
              <a:rPr lang="en-US" sz="2000" b="1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200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09D4577-3D63-D49A-4345-BD4C4A251DDD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Analysts Should See First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E56830B-2D97-FDDB-4B78-D24F6E538EAC}"/>
              </a:ext>
            </a:extLst>
          </p:cNvPr>
          <p:cNvSpPr/>
          <p:nvPr/>
        </p:nvSpPr>
        <p:spPr>
          <a:xfrm>
            <a:off x="570702" y="1571023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i="1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Ranked review queue from highest to lowest predicted fraud risk.</a:t>
            </a:r>
            <a:endParaRPr lang="en-US" sz="1600" b="1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66F658E-3DF5-CC6C-EE76-09E9F55B7104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5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839CD06-3FB1-6D86-52F8-3E246F57D4A3}"/>
              </a:ext>
            </a:extLst>
          </p:cNvPr>
          <p:cNvGrpSpPr/>
          <p:nvPr/>
        </p:nvGrpSpPr>
        <p:grpSpPr>
          <a:xfrm>
            <a:off x="652272" y="1917336"/>
            <a:ext cx="10561320" cy="2743200"/>
            <a:chOff x="685800" y="1645920"/>
            <a:chExt cx="10561320" cy="2743200"/>
          </a:xfrm>
        </p:grpSpPr>
        <p:sp>
          <p:nvSpPr>
            <p:cNvPr id="14" name="Shape 5">
              <a:extLst>
                <a:ext uri="{FF2B5EF4-FFF2-40B4-BE49-F238E27FC236}">
                  <a16:creationId xmlns:a16="http://schemas.microsoft.com/office/drawing/2014/main" id="{E518D8F1-FDA7-82A2-6B02-9A921F215E06}"/>
                </a:ext>
              </a:extLst>
            </p:cNvPr>
            <p:cNvSpPr/>
            <p:nvPr/>
          </p:nvSpPr>
          <p:spPr>
            <a:xfrm>
              <a:off x="685800" y="1645920"/>
              <a:ext cx="2971800" cy="548640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6E24F7A4-7AC9-FA2C-3684-2D5F42CBE386}"/>
                </a:ext>
              </a:extLst>
            </p:cNvPr>
            <p:cNvSpPr/>
            <p:nvPr/>
          </p:nvSpPr>
          <p:spPr>
            <a:xfrm>
              <a:off x="731520" y="1755648"/>
              <a:ext cx="2880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Queue Segment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F2E5C2D5-0214-A619-2633-FABCB1FD1712}"/>
                </a:ext>
              </a:extLst>
            </p:cNvPr>
            <p:cNvSpPr/>
            <p:nvPr/>
          </p:nvSpPr>
          <p:spPr>
            <a:xfrm>
              <a:off x="3657600" y="1645920"/>
              <a:ext cx="3337560" cy="548640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20" name="Text 8">
              <a:extLst>
                <a:ext uri="{FF2B5EF4-FFF2-40B4-BE49-F238E27FC236}">
                  <a16:creationId xmlns:a16="http://schemas.microsoft.com/office/drawing/2014/main" id="{690FD948-8CA8-7DBF-1C0E-5A0FEB0B7187}"/>
                </a:ext>
              </a:extLst>
            </p:cNvPr>
            <p:cNvSpPr/>
            <p:nvPr/>
          </p:nvSpPr>
          <p:spPr>
            <a:xfrm>
              <a:off x="3703320" y="1755648"/>
              <a:ext cx="32461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Action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FBC69EA1-D478-1B2D-6ED1-C6C419809421}"/>
                </a:ext>
              </a:extLst>
            </p:cNvPr>
            <p:cNvSpPr/>
            <p:nvPr/>
          </p:nvSpPr>
          <p:spPr>
            <a:xfrm>
              <a:off x="6995160" y="1645920"/>
              <a:ext cx="4251960" cy="548640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24" name="Text 10">
              <a:extLst>
                <a:ext uri="{FF2B5EF4-FFF2-40B4-BE49-F238E27FC236}">
                  <a16:creationId xmlns:a16="http://schemas.microsoft.com/office/drawing/2014/main" id="{82D4702D-ABC9-5CB2-2C51-52D04D79D131}"/>
                </a:ext>
              </a:extLst>
            </p:cNvPr>
            <p:cNvSpPr/>
            <p:nvPr/>
          </p:nvSpPr>
          <p:spPr>
            <a:xfrm>
              <a:off x="7040880" y="1755648"/>
              <a:ext cx="4160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Business Meaning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26" name="Shape 11">
              <a:extLst>
                <a:ext uri="{FF2B5EF4-FFF2-40B4-BE49-F238E27FC236}">
                  <a16:creationId xmlns:a16="http://schemas.microsoft.com/office/drawing/2014/main" id="{1E55C100-44F4-5B64-D5BA-93ADA68674A9}"/>
                </a:ext>
              </a:extLst>
            </p:cNvPr>
            <p:cNvSpPr/>
            <p:nvPr/>
          </p:nvSpPr>
          <p:spPr>
            <a:xfrm>
              <a:off x="685800" y="2194560"/>
              <a:ext cx="297180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28" name="Text 12">
              <a:extLst>
                <a:ext uri="{FF2B5EF4-FFF2-40B4-BE49-F238E27FC236}">
                  <a16:creationId xmlns:a16="http://schemas.microsoft.com/office/drawing/2014/main" id="{C536CC8A-23CB-972D-7AEE-72EA03BFDFE8}"/>
                </a:ext>
              </a:extLst>
            </p:cNvPr>
            <p:cNvSpPr/>
            <p:nvPr/>
          </p:nvSpPr>
          <p:spPr>
            <a:xfrm>
              <a:off x="731520" y="2286000"/>
              <a:ext cx="28803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Top 10% highest-risk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30" name="Shape 13">
              <a:extLst>
                <a:ext uri="{FF2B5EF4-FFF2-40B4-BE49-F238E27FC236}">
                  <a16:creationId xmlns:a16="http://schemas.microsoft.com/office/drawing/2014/main" id="{99FE1269-B684-810F-30F3-BE46B2497800}"/>
                </a:ext>
              </a:extLst>
            </p:cNvPr>
            <p:cNvSpPr/>
            <p:nvPr/>
          </p:nvSpPr>
          <p:spPr>
            <a:xfrm>
              <a:off x="3657600" y="2194560"/>
              <a:ext cx="33375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32" name="Text 14">
              <a:extLst>
                <a:ext uri="{FF2B5EF4-FFF2-40B4-BE49-F238E27FC236}">
                  <a16:creationId xmlns:a16="http://schemas.microsoft.com/office/drawing/2014/main" id="{3595176E-A912-D2DB-F816-FE9046ABDFE9}"/>
                </a:ext>
              </a:extLst>
            </p:cNvPr>
            <p:cNvSpPr/>
            <p:nvPr/>
          </p:nvSpPr>
          <p:spPr>
            <a:xfrm>
              <a:off x="3703320" y="2286000"/>
              <a:ext cx="32461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Prioritize for manual review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34" name="Shape 15">
              <a:extLst>
                <a:ext uri="{FF2B5EF4-FFF2-40B4-BE49-F238E27FC236}">
                  <a16:creationId xmlns:a16="http://schemas.microsoft.com/office/drawing/2014/main" id="{BCCC7C0D-9FA1-6DEC-DD3F-EE66E7DDDDA0}"/>
                </a:ext>
              </a:extLst>
            </p:cNvPr>
            <p:cNvSpPr/>
            <p:nvPr/>
          </p:nvSpPr>
          <p:spPr>
            <a:xfrm>
              <a:off x="6995160" y="2194560"/>
              <a:ext cx="42519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36" name="Text 16">
              <a:extLst>
                <a:ext uri="{FF2B5EF4-FFF2-40B4-BE49-F238E27FC236}">
                  <a16:creationId xmlns:a16="http://schemas.microsoft.com/office/drawing/2014/main" id="{259117BC-8B98-5353-C915-D7AB2856752F}"/>
                </a:ext>
              </a:extLst>
            </p:cNvPr>
            <p:cNvSpPr/>
            <p:nvPr/>
          </p:nvSpPr>
          <p:spPr>
            <a:xfrm>
              <a:off x="7040880" y="2286000"/>
              <a:ext cx="41605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Captures 67.02% of Base test fraud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38" name="Shape 17">
              <a:extLst>
                <a:ext uri="{FF2B5EF4-FFF2-40B4-BE49-F238E27FC236}">
                  <a16:creationId xmlns:a16="http://schemas.microsoft.com/office/drawing/2014/main" id="{FC19FA93-36FA-C266-E835-11B8C11A5755}"/>
                </a:ext>
              </a:extLst>
            </p:cNvPr>
            <p:cNvSpPr/>
            <p:nvPr/>
          </p:nvSpPr>
          <p:spPr>
            <a:xfrm>
              <a:off x="685800" y="2743200"/>
              <a:ext cx="297180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40" name="Text 18">
              <a:extLst>
                <a:ext uri="{FF2B5EF4-FFF2-40B4-BE49-F238E27FC236}">
                  <a16:creationId xmlns:a16="http://schemas.microsoft.com/office/drawing/2014/main" id="{5F6C84DC-F01A-7B87-58A1-520566CCC094}"/>
                </a:ext>
              </a:extLst>
            </p:cNvPr>
            <p:cNvSpPr/>
            <p:nvPr/>
          </p:nvSpPr>
          <p:spPr>
            <a:xfrm>
              <a:off x="731520" y="2834640"/>
              <a:ext cx="28803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Borderline cases near threshold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42" name="Shape 19">
              <a:extLst>
                <a:ext uri="{FF2B5EF4-FFF2-40B4-BE49-F238E27FC236}">
                  <a16:creationId xmlns:a16="http://schemas.microsoft.com/office/drawing/2014/main" id="{C86BA5B8-1888-4913-C204-8C5AB10C3854}"/>
                </a:ext>
              </a:extLst>
            </p:cNvPr>
            <p:cNvSpPr/>
            <p:nvPr/>
          </p:nvSpPr>
          <p:spPr>
            <a:xfrm>
              <a:off x="3657600" y="2743200"/>
              <a:ext cx="33375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3398C0C9-4E94-32D8-C8F0-72928FE1F729}"/>
                </a:ext>
              </a:extLst>
            </p:cNvPr>
            <p:cNvSpPr/>
            <p:nvPr/>
          </p:nvSpPr>
          <p:spPr>
            <a:xfrm>
              <a:off x="3703320" y="2834640"/>
              <a:ext cx="32461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Secondary review or enhanced checks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46" name="Shape 21">
              <a:extLst>
                <a:ext uri="{FF2B5EF4-FFF2-40B4-BE49-F238E27FC236}">
                  <a16:creationId xmlns:a16="http://schemas.microsoft.com/office/drawing/2014/main" id="{49602271-5570-0178-9A06-A31A4AF3B1DE}"/>
                </a:ext>
              </a:extLst>
            </p:cNvPr>
            <p:cNvSpPr/>
            <p:nvPr/>
          </p:nvSpPr>
          <p:spPr>
            <a:xfrm>
              <a:off x="6995160" y="2743200"/>
              <a:ext cx="42519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48" name="Text 22">
              <a:extLst>
                <a:ext uri="{FF2B5EF4-FFF2-40B4-BE49-F238E27FC236}">
                  <a16:creationId xmlns:a16="http://schemas.microsoft.com/office/drawing/2014/main" id="{D2E5C147-1368-8757-741E-5E8A35B26DA5}"/>
                </a:ext>
              </a:extLst>
            </p:cNvPr>
            <p:cNvSpPr/>
            <p:nvPr/>
          </p:nvSpPr>
          <p:spPr>
            <a:xfrm>
              <a:off x="7040880" y="2834640"/>
              <a:ext cx="41605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Useful for governance and capacity expansion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50" name="Shape 23">
              <a:extLst>
                <a:ext uri="{FF2B5EF4-FFF2-40B4-BE49-F238E27FC236}">
                  <a16:creationId xmlns:a16="http://schemas.microsoft.com/office/drawing/2014/main" id="{B03620F8-8FDD-BE30-2E9C-5A80B74F39FA}"/>
                </a:ext>
              </a:extLst>
            </p:cNvPr>
            <p:cNvSpPr/>
            <p:nvPr/>
          </p:nvSpPr>
          <p:spPr>
            <a:xfrm>
              <a:off x="685800" y="3291840"/>
              <a:ext cx="297180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52" name="Text 24">
              <a:extLst>
                <a:ext uri="{FF2B5EF4-FFF2-40B4-BE49-F238E27FC236}">
                  <a16:creationId xmlns:a16="http://schemas.microsoft.com/office/drawing/2014/main" id="{C04C8885-0332-D25D-7C3B-C03201825EA5}"/>
                </a:ext>
              </a:extLst>
            </p:cNvPr>
            <p:cNvSpPr/>
            <p:nvPr/>
          </p:nvSpPr>
          <p:spPr>
            <a:xfrm>
              <a:off x="731520" y="3383280"/>
              <a:ext cx="28803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Lower-risk majority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54" name="Shape 25">
              <a:extLst>
                <a:ext uri="{FF2B5EF4-FFF2-40B4-BE49-F238E27FC236}">
                  <a16:creationId xmlns:a16="http://schemas.microsoft.com/office/drawing/2014/main" id="{54841249-3F44-6978-900F-60B44AC275FE}"/>
                </a:ext>
              </a:extLst>
            </p:cNvPr>
            <p:cNvSpPr/>
            <p:nvPr/>
          </p:nvSpPr>
          <p:spPr>
            <a:xfrm>
              <a:off x="3657600" y="3291840"/>
              <a:ext cx="33375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56" name="Text 26">
              <a:extLst>
                <a:ext uri="{FF2B5EF4-FFF2-40B4-BE49-F238E27FC236}">
                  <a16:creationId xmlns:a16="http://schemas.microsoft.com/office/drawing/2014/main" id="{0B93B937-ADE4-D69F-C34C-E471DA74F692}"/>
                </a:ext>
              </a:extLst>
            </p:cNvPr>
            <p:cNvSpPr/>
            <p:nvPr/>
          </p:nvSpPr>
          <p:spPr>
            <a:xfrm>
              <a:off x="3703320" y="3383280"/>
              <a:ext cx="32461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Standard monitoring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58" name="Shape 27">
              <a:extLst>
                <a:ext uri="{FF2B5EF4-FFF2-40B4-BE49-F238E27FC236}">
                  <a16:creationId xmlns:a16="http://schemas.microsoft.com/office/drawing/2014/main" id="{EDA65228-80D2-3FA7-5772-41F7FBDB958C}"/>
                </a:ext>
              </a:extLst>
            </p:cNvPr>
            <p:cNvSpPr/>
            <p:nvPr/>
          </p:nvSpPr>
          <p:spPr>
            <a:xfrm>
              <a:off x="6995160" y="3291840"/>
              <a:ext cx="42519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60" name="Text 28">
              <a:extLst>
                <a:ext uri="{FF2B5EF4-FFF2-40B4-BE49-F238E27FC236}">
                  <a16:creationId xmlns:a16="http://schemas.microsoft.com/office/drawing/2014/main" id="{6813F2A3-D9C8-5F55-A43B-4C3D026FEB7C}"/>
                </a:ext>
              </a:extLst>
            </p:cNvPr>
            <p:cNvSpPr/>
            <p:nvPr/>
          </p:nvSpPr>
          <p:spPr>
            <a:xfrm>
              <a:off x="7040880" y="3383280"/>
              <a:ext cx="41605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Keeps workload manageable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62" name="Shape 29">
              <a:extLst>
                <a:ext uri="{FF2B5EF4-FFF2-40B4-BE49-F238E27FC236}">
                  <a16:creationId xmlns:a16="http://schemas.microsoft.com/office/drawing/2014/main" id="{BD7C2533-E07E-0033-9B10-BB2C168E7781}"/>
                </a:ext>
              </a:extLst>
            </p:cNvPr>
            <p:cNvSpPr/>
            <p:nvPr/>
          </p:nvSpPr>
          <p:spPr>
            <a:xfrm>
              <a:off x="685800" y="3840480"/>
              <a:ext cx="297180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3BACF08C-E98F-EC68-5B3D-BCB08C151441}"/>
                </a:ext>
              </a:extLst>
            </p:cNvPr>
            <p:cNvSpPr/>
            <p:nvPr/>
          </p:nvSpPr>
          <p:spPr>
            <a:xfrm>
              <a:off x="731520" y="3931920"/>
              <a:ext cx="28803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False positives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66" name="Shape 31">
              <a:extLst>
                <a:ext uri="{FF2B5EF4-FFF2-40B4-BE49-F238E27FC236}">
                  <a16:creationId xmlns:a16="http://schemas.microsoft.com/office/drawing/2014/main" id="{F93EDF67-0685-E68B-DB93-4926A2A7B4E2}"/>
                </a:ext>
              </a:extLst>
            </p:cNvPr>
            <p:cNvSpPr/>
            <p:nvPr/>
          </p:nvSpPr>
          <p:spPr>
            <a:xfrm>
              <a:off x="3657600" y="3840480"/>
              <a:ext cx="33375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68" name="Text 32">
              <a:extLst>
                <a:ext uri="{FF2B5EF4-FFF2-40B4-BE49-F238E27FC236}">
                  <a16:creationId xmlns:a16="http://schemas.microsoft.com/office/drawing/2014/main" id="{F1A68ECE-BFF0-1A19-EC8B-EA2DEDB81C56}"/>
                </a:ext>
              </a:extLst>
            </p:cNvPr>
            <p:cNvSpPr/>
            <p:nvPr/>
          </p:nvSpPr>
          <p:spPr>
            <a:xfrm>
              <a:off x="3703320" y="3931920"/>
              <a:ext cx="32461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Review customer impact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70" name="Shape 33">
              <a:extLst>
                <a:ext uri="{FF2B5EF4-FFF2-40B4-BE49-F238E27FC236}">
                  <a16:creationId xmlns:a16="http://schemas.microsoft.com/office/drawing/2014/main" id="{7111A2F3-C391-6ADA-84B0-E592C190CACD}"/>
                </a:ext>
              </a:extLst>
            </p:cNvPr>
            <p:cNvSpPr/>
            <p:nvPr/>
          </p:nvSpPr>
          <p:spPr>
            <a:xfrm>
              <a:off x="6995160" y="3840480"/>
              <a:ext cx="42519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72" name="Text 34">
              <a:extLst>
                <a:ext uri="{FF2B5EF4-FFF2-40B4-BE49-F238E27FC236}">
                  <a16:creationId xmlns:a16="http://schemas.microsoft.com/office/drawing/2014/main" id="{BF480481-009A-DFA4-B622-A6217B540D16}"/>
                </a:ext>
              </a:extLst>
            </p:cNvPr>
            <p:cNvSpPr/>
            <p:nvPr/>
          </p:nvSpPr>
          <p:spPr>
            <a:xfrm>
              <a:off x="7040880" y="3931920"/>
              <a:ext cx="41605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Prevents unnecessary friction</a:t>
              </a:r>
              <a:endParaRPr lang="en-US" sz="1400">
                <a:latin typeface="Aptos" panose="020B0004020202020204" pitchFamily="34" charset="0"/>
              </a:endParaRPr>
            </a:p>
          </p:txBody>
        </p:sp>
      </p:grpSp>
      <p:sp>
        <p:nvSpPr>
          <p:cNvPr id="74" name="Shape 35">
            <a:extLst>
              <a:ext uri="{FF2B5EF4-FFF2-40B4-BE49-F238E27FC236}">
                <a16:creationId xmlns:a16="http://schemas.microsoft.com/office/drawing/2014/main" id="{45D1C2C3-46AC-AEBC-7F0D-3359F51E210C}"/>
              </a:ext>
            </a:extLst>
          </p:cNvPr>
          <p:cNvSpPr/>
          <p:nvPr/>
        </p:nvSpPr>
        <p:spPr>
          <a:xfrm>
            <a:off x="685800" y="5029200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52148C5D-2851-0068-DA92-B0B008A02455}"/>
              </a:ext>
            </a:extLst>
          </p:cNvPr>
          <p:cNvSpPr/>
          <p:nvPr/>
        </p:nvSpPr>
        <p:spPr>
          <a:xfrm>
            <a:off x="944880" y="5143500"/>
            <a:ext cx="99761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i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Read this as a prioritization engine: it decides review order, not customer outcome.</a:t>
            </a:r>
            <a:endParaRPr lang="en-US" sz="1900" i="1">
              <a:latin typeface="Aptos" panose="020B0004020202020204" pitchFamily="34" charset="0"/>
            </a:endParaRPr>
          </a:p>
        </p:txBody>
      </p:sp>
      <p:sp>
        <p:nvSpPr>
          <p:cNvPr id="78" name="Text 2">
            <a:extLst>
              <a:ext uri="{FF2B5EF4-FFF2-40B4-BE49-F238E27FC236}">
                <a16:creationId xmlns:a16="http://schemas.microsoft.com/office/drawing/2014/main" id="{14BA172D-3EFF-D0FD-E5D9-E4F7DA6FA95C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336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97A60-2A85-ACD3-54CA-761E0CFE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8E0E8B-9EEA-2727-E954-7A4A9EE4E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962EC12-2EAB-A65F-5CB3-3D1CB553BC9D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RESPONSIBLE  AI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67C2B4D-DAAA-5C1D-2F2F-BABB0B4DABF9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Checked for Bias and Model Risk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321C745D-1D95-DEEA-41A9-91FA9AF72471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5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1B6C1DC-6689-A999-9598-76CEB0BE6FDC}"/>
              </a:ext>
            </a:extLst>
          </p:cNvPr>
          <p:cNvSpPr/>
          <p:nvPr/>
        </p:nvSpPr>
        <p:spPr>
          <a:xfrm>
            <a:off x="685800" y="1974811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latin typeface="Aptos" panose="020B000402020202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9B3D00D-6DEE-F453-8E9E-53E1062E8515}"/>
              </a:ext>
            </a:extLst>
          </p:cNvPr>
          <p:cNvSpPr/>
          <p:nvPr/>
        </p:nvSpPr>
        <p:spPr>
          <a:xfrm>
            <a:off x="963894" y="22131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Fairness audit</a:t>
            </a:r>
            <a:endParaRPr lang="en-US" sz="200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8A5F53B-25A7-2B35-97A2-120C3090D19B}"/>
              </a:ext>
            </a:extLst>
          </p:cNvPr>
          <p:cNvSpPr/>
          <p:nvPr/>
        </p:nvSpPr>
        <p:spPr>
          <a:xfrm>
            <a:off x="978408" y="2607492"/>
            <a:ext cx="2834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n-US" sz="1400">
                <a:solidFill>
                  <a:srgbClr val="5E748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 and income were primary groups; employment and housing were proxy groups. Race and gender were unavailable and not inferred.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BA46ACAF-DDDC-454B-E519-FE1920D548B0}"/>
              </a:ext>
            </a:extLst>
          </p:cNvPr>
          <p:cNvSpPr/>
          <p:nvPr/>
        </p:nvSpPr>
        <p:spPr>
          <a:xfrm>
            <a:off x="4370832" y="1974811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latin typeface="Aptos" panose="020B0004020202020204" pitchFamily="3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00E8940-208C-60DD-1C13-6C59CD5407E4}"/>
              </a:ext>
            </a:extLst>
          </p:cNvPr>
          <p:cNvSpPr/>
          <p:nvPr/>
        </p:nvSpPr>
        <p:spPr>
          <a:xfrm>
            <a:off x="4648926" y="22131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Material gaps found</a:t>
            </a:r>
            <a:endParaRPr lang="en-US" sz="200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E1FCA943-4C69-61AC-5B2C-911681E1A617}"/>
              </a:ext>
            </a:extLst>
          </p:cNvPr>
          <p:cNvSpPr/>
          <p:nvPr/>
        </p:nvSpPr>
        <p:spPr>
          <a:xfrm>
            <a:off x="4663440" y="2607492"/>
            <a:ext cx="2834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400">
                <a:solidFill>
                  <a:srgbClr val="5E748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 selection and error-rate differences were material. Income disparities were smaller but still meaningful.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8AD9747C-4247-575A-1005-48EF80EE3F0F}"/>
              </a:ext>
            </a:extLst>
          </p:cNvPr>
          <p:cNvSpPr/>
          <p:nvPr/>
        </p:nvSpPr>
        <p:spPr>
          <a:xfrm>
            <a:off x="8055864" y="1974811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>
              <a:latin typeface="Aptos" panose="020B0004020202020204" pitchFamily="34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AADB04C-0858-968E-6143-2481A1FA160F}"/>
              </a:ext>
            </a:extLst>
          </p:cNvPr>
          <p:cNvSpPr/>
          <p:nvPr/>
        </p:nvSpPr>
        <p:spPr>
          <a:xfrm>
            <a:off x="8333958" y="22131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Mitigation tested</a:t>
            </a:r>
            <a:endParaRPr lang="en-US" sz="200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355E83E6-50B4-B057-805D-3298A3EA11A8}"/>
              </a:ext>
            </a:extLst>
          </p:cNvPr>
          <p:cNvSpPr/>
          <p:nvPr/>
        </p:nvSpPr>
        <p:spPr>
          <a:xfrm>
            <a:off x="8348472" y="2592978"/>
            <a:ext cx="2834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400">
                <a:solidFill>
                  <a:srgbClr val="5E748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Age-income reweighting reduced one parity gap but worsened PR-AUC and other fairness measures; it was not adopted as-is.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6EC10F75-D46F-ED6A-7B15-EA1159D2DE9C}"/>
              </a:ext>
            </a:extLst>
          </p:cNvPr>
          <p:cNvSpPr/>
          <p:nvPr/>
        </p:nvSpPr>
        <p:spPr>
          <a:xfrm>
            <a:off x="685800" y="4466991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ED634D4-AF34-5145-0F1F-8320387E2394}"/>
              </a:ext>
            </a:extLst>
          </p:cNvPr>
          <p:cNvSpPr/>
          <p:nvPr/>
        </p:nvSpPr>
        <p:spPr>
          <a:xfrm>
            <a:off x="934866" y="4562420"/>
            <a:ext cx="99761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i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Responsible AI position: use with human oversight, subgroup monitoring, calibration review and documented reason codes.</a:t>
            </a:r>
            <a:endParaRPr lang="en-US" sz="1900" i="1">
              <a:latin typeface="Aptos" panose="020B0004020202020204" pitchFamily="34" charset="0"/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4A5372E9-1F1E-2B35-9BCE-528D47093945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999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BC7FA-ED60-68F8-32BB-185B4A86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4B1882-8A9B-B91B-51AC-2783ABC01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517ACEF-FDB1-73D2-D2E6-10662C3E0509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DECISION  FRAMEWORK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065BB24-A6FE-2B4D-D314-47D62EA06198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Operating Threshold Is a Governance Choice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035CEB3-417E-D0B5-D502-BEE13C75C8DD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5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E2CC5F0-0049-DD31-74C5-F07A2A49AEE9}"/>
              </a:ext>
            </a:extLst>
          </p:cNvPr>
          <p:cNvGrpSpPr/>
          <p:nvPr/>
        </p:nvGrpSpPr>
        <p:grpSpPr>
          <a:xfrm>
            <a:off x="685800" y="1728648"/>
            <a:ext cx="10561320" cy="2743200"/>
            <a:chOff x="685800" y="1554480"/>
            <a:chExt cx="10561320" cy="2743200"/>
          </a:xfrm>
        </p:grpSpPr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2EDAB4B9-4A96-4209-07CE-5076A21BCEEF}"/>
                </a:ext>
              </a:extLst>
            </p:cNvPr>
            <p:cNvSpPr/>
            <p:nvPr/>
          </p:nvSpPr>
          <p:spPr>
            <a:xfrm>
              <a:off x="685800" y="1554480"/>
              <a:ext cx="1463040" cy="548640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748DDF20-FF7E-7417-51A8-35F8CD8F3408}"/>
                </a:ext>
              </a:extLst>
            </p:cNvPr>
            <p:cNvSpPr/>
            <p:nvPr/>
          </p:nvSpPr>
          <p:spPr>
            <a:xfrm>
              <a:off x="731520" y="1664208"/>
              <a:ext cx="1371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Review Rate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97E26A75-8309-700F-FE1D-C098106F402F}"/>
                </a:ext>
              </a:extLst>
            </p:cNvPr>
            <p:cNvSpPr/>
            <p:nvPr/>
          </p:nvSpPr>
          <p:spPr>
            <a:xfrm>
              <a:off x="2148840" y="1554480"/>
              <a:ext cx="3017520" cy="548640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2BBC8FA3-3BFA-9B76-D0CF-41DCD0D3A87C}"/>
                </a:ext>
              </a:extLst>
            </p:cNvPr>
            <p:cNvSpPr/>
            <p:nvPr/>
          </p:nvSpPr>
          <p:spPr>
            <a:xfrm>
              <a:off x="2194560" y="1664208"/>
              <a:ext cx="29260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What improves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211F7559-676C-231D-01CD-3D6B1BFDA1FA}"/>
                </a:ext>
              </a:extLst>
            </p:cNvPr>
            <p:cNvSpPr/>
            <p:nvPr/>
          </p:nvSpPr>
          <p:spPr>
            <a:xfrm>
              <a:off x="5166360" y="1554480"/>
              <a:ext cx="2971800" cy="548640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88DA0D93-1D7D-52EE-6512-C28401E66EBA}"/>
                </a:ext>
              </a:extLst>
            </p:cNvPr>
            <p:cNvSpPr/>
            <p:nvPr/>
          </p:nvSpPr>
          <p:spPr>
            <a:xfrm>
              <a:off x="5212080" y="1664208"/>
              <a:ext cx="28803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What worsens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3AD76E7B-FEDD-D77D-A46E-8F5E49F49386}"/>
                </a:ext>
              </a:extLst>
            </p:cNvPr>
            <p:cNvSpPr/>
            <p:nvPr/>
          </p:nvSpPr>
          <p:spPr>
            <a:xfrm>
              <a:off x="8138160" y="1554480"/>
              <a:ext cx="3108960" cy="548640"/>
            </a:xfrm>
            <a:prstGeom prst="rect">
              <a:avLst/>
            </a:prstGeom>
            <a:solidFill>
              <a:srgbClr val="0E55A7"/>
            </a:solidFill>
            <a:ln w="12700">
              <a:solidFill>
                <a:srgbClr val="D8E2EF">
                  <a:alpha val="60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26" name="Text 11">
              <a:extLst>
                <a:ext uri="{FF2B5EF4-FFF2-40B4-BE49-F238E27FC236}">
                  <a16:creationId xmlns:a16="http://schemas.microsoft.com/office/drawing/2014/main" id="{3A1A055E-9143-8F29-BED5-BAE635DCF01F}"/>
                </a:ext>
              </a:extLst>
            </p:cNvPr>
            <p:cNvSpPr/>
            <p:nvPr/>
          </p:nvSpPr>
          <p:spPr>
            <a:xfrm>
              <a:off x="8183880" y="1664208"/>
              <a:ext cx="3017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Decision view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28" name="Shape 12">
              <a:extLst>
                <a:ext uri="{FF2B5EF4-FFF2-40B4-BE49-F238E27FC236}">
                  <a16:creationId xmlns:a16="http://schemas.microsoft.com/office/drawing/2014/main" id="{48669DF2-55E9-C472-B864-D94743825B17}"/>
                </a:ext>
              </a:extLst>
            </p:cNvPr>
            <p:cNvSpPr/>
            <p:nvPr/>
          </p:nvSpPr>
          <p:spPr>
            <a:xfrm>
              <a:off x="685800" y="2103120"/>
              <a:ext cx="146304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949C25D1-2FE5-7D44-1DEB-76F0F5A2F8A0}"/>
                </a:ext>
              </a:extLst>
            </p:cNvPr>
            <p:cNvSpPr/>
            <p:nvPr/>
          </p:nvSpPr>
          <p:spPr>
            <a:xfrm>
              <a:off x="731520" y="219456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5%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32" name="Shape 14">
              <a:extLst>
                <a:ext uri="{FF2B5EF4-FFF2-40B4-BE49-F238E27FC236}">
                  <a16:creationId xmlns:a16="http://schemas.microsoft.com/office/drawing/2014/main" id="{9A1C14E0-06D6-06A3-0AA7-FA03C73CC183}"/>
                </a:ext>
              </a:extLst>
            </p:cNvPr>
            <p:cNvSpPr/>
            <p:nvPr/>
          </p:nvSpPr>
          <p:spPr>
            <a:xfrm>
              <a:off x="2148840" y="2103120"/>
              <a:ext cx="3017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8C463741-1379-8F81-F67A-CE984CA9A7B1}"/>
                </a:ext>
              </a:extLst>
            </p:cNvPr>
            <p:cNvSpPr/>
            <p:nvPr/>
          </p:nvSpPr>
          <p:spPr>
            <a:xfrm>
              <a:off x="2194560" y="2194560"/>
              <a:ext cx="29260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Precision rises to 17.16%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6F7C0D64-B82E-ADE7-90AB-70F5A7CCD879}"/>
                </a:ext>
              </a:extLst>
            </p:cNvPr>
            <p:cNvSpPr/>
            <p:nvPr/>
          </p:nvSpPr>
          <p:spPr>
            <a:xfrm>
              <a:off x="5166360" y="2103120"/>
              <a:ext cx="297180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38" name="Text 17">
              <a:extLst>
                <a:ext uri="{FF2B5EF4-FFF2-40B4-BE49-F238E27FC236}">
                  <a16:creationId xmlns:a16="http://schemas.microsoft.com/office/drawing/2014/main" id="{69285BDC-29A7-86A3-5F10-24C900D3A2EA}"/>
                </a:ext>
              </a:extLst>
            </p:cNvPr>
            <p:cNvSpPr/>
            <p:nvPr/>
          </p:nvSpPr>
          <p:spPr>
            <a:xfrm>
              <a:off x="5212080" y="2194560"/>
              <a:ext cx="28803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Recall drops to 46.57%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40" name="Shape 18">
              <a:extLst>
                <a:ext uri="{FF2B5EF4-FFF2-40B4-BE49-F238E27FC236}">
                  <a16:creationId xmlns:a16="http://schemas.microsoft.com/office/drawing/2014/main" id="{5BB73AB6-68DC-650F-E290-8B070618262E}"/>
                </a:ext>
              </a:extLst>
            </p:cNvPr>
            <p:cNvSpPr/>
            <p:nvPr/>
          </p:nvSpPr>
          <p:spPr>
            <a:xfrm>
              <a:off x="8138160" y="2103120"/>
              <a:ext cx="31089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42" name="Text 19">
              <a:extLst>
                <a:ext uri="{FF2B5EF4-FFF2-40B4-BE49-F238E27FC236}">
                  <a16:creationId xmlns:a16="http://schemas.microsoft.com/office/drawing/2014/main" id="{D6BF6C5D-939E-E8A1-22F8-9ED04F7B40B7}"/>
                </a:ext>
              </a:extLst>
            </p:cNvPr>
            <p:cNvSpPr/>
            <p:nvPr/>
          </p:nvSpPr>
          <p:spPr>
            <a:xfrm>
              <a:off x="8183880" y="2194560"/>
              <a:ext cx="30175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Use when capacity is very limited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44" name="Shape 20">
              <a:extLst>
                <a:ext uri="{FF2B5EF4-FFF2-40B4-BE49-F238E27FC236}">
                  <a16:creationId xmlns:a16="http://schemas.microsoft.com/office/drawing/2014/main" id="{70A5B06E-85A9-1746-C90F-F46405780332}"/>
                </a:ext>
              </a:extLst>
            </p:cNvPr>
            <p:cNvSpPr/>
            <p:nvPr/>
          </p:nvSpPr>
          <p:spPr>
            <a:xfrm>
              <a:off x="685800" y="2651760"/>
              <a:ext cx="146304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46" name="Text 21">
              <a:extLst>
                <a:ext uri="{FF2B5EF4-FFF2-40B4-BE49-F238E27FC236}">
                  <a16:creationId xmlns:a16="http://schemas.microsoft.com/office/drawing/2014/main" id="{919BEE92-7395-33F4-3081-83AEE63DBD81}"/>
                </a:ext>
              </a:extLst>
            </p:cNvPr>
            <p:cNvSpPr/>
            <p:nvPr/>
          </p:nvSpPr>
          <p:spPr>
            <a:xfrm>
              <a:off x="731520" y="274320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10%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48" name="Shape 22">
              <a:extLst>
                <a:ext uri="{FF2B5EF4-FFF2-40B4-BE49-F238E27FC236}">
                  <a16:creationId xmlns:a16="http://schemas.microsoft.com/office/drawing/2014/main" id="{1F7EE924-6883-46C1-D4E6-1EE5E71EDA1D}"/>
                </a:ext>
              </a:extLst>
            </p:cNvPr>
            <p:cNvSpPr/>
            <p:nvPr/>
          </p:nvSpPr>
          <p:spPr>
            <a:xfrm>
              <a:off x="2148840" y="2651760"/>
              <a:ext cx="3017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50" name="Text 23">
              <a:extLst>
                <a:ext uri="{FF2B5EF4-FFF2-40B4-BE49-F238E27FC236}">
                  <a16:creationId xmlns:a16="http://schemas.microsoft.com/office/drawing/2014/main" id="{64962E1E-7F0D-2AD9-13FD-8D7707D003CB}"/>
                </a:ext>
              </a:extLst>
            </p:cNvPr>
            <p:cNvSpPr/>
            <p:nvPr/>
          </p:nvSpPr>
          <p:spPr>
            <a:xfrm>
              <a:off x="2194560" y="2743200"/>
              <a:ext cx="29260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Highest net benefit: 6.42M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52" name="Shape 24">
              <a:extLst>
                <a:ext uri="{FF2B5EF4-FFF2-40B4-BE49-F238E27FC236}">
                  <a16:creationId xmlns:a16="http://schemas.microsoft.com/office/drawing/2014/main" id="{DA1D7555-5034-6028-9700-9938BAA28CF4}"/>
                </a:ext>
              </a:extLst>
            </p:cNvPr>
            <p:cNvSpPr/>
            <p:nvPr/>
          </p:nvSpPr>
          <p:spPr>
            <a:xfrm>
              <a:off x="5166360" y="2651760"/>
              <a:ext cx="297180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54" name="Text 25">
              <a:extLst>
                <a:ext uri="{FF2B5EF4-FFF2-40B4-BE49-F238E27FC236}">
                  <a16:creationId xmlns:a16="http://schemas.microsoft.com/office/drawing/2014/main" id="{69BD0AF0-843E-9A9B-7DC3-1C3503014A90}"/>
                </a:ext>
              </a:extLst>
            </p:cNvPr>
            <p:cNvSpPr/>
            <p:nvPr/>
          </p:nvSpPr>
          <p:spPr>
            <a:xfrm>
              <a:off x="5212080" y="2743200"/>
              <a:ext cx="28803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Moderate fairness gaps remain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56" name="Shape 26">
              <a:extLst>
                <a:ext uri="{FF2B5EF4-FFF2-40B4-BE49-F238E27FC236}">
                  <a16:creationId xmlns:a16="http://schemas.microsoft.com/office/drawing/2014/main" id="{5A98E1B7-81AF-DF78-CF3E-5B120F162477}"/>
                </a:ext>
              </a:extLst>
            </p:cNvPr>
            <p:cNvSpPr/>
            <p:nvPr/>
          </p:nvSpPr>
          <p:spPr>
            <a:xfrm>
              <a:off x="8138160" y="2651760"/>
              <a:ext cx="31089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58" name="Text 27">
              <a:extLst>
                <a:ext uri="{FF2B5EF4-FFF2-40B4-BE49-F238E27FC236}">
                  <a16:creationId xmlns:a16="http://schemas.microsoft.com/office/drawing/2014/main" id="{E265EF1D-7BF1-46B9-2C78-4F0A5CF05A8E}"/>
                </a:ext>
              </a:extLst>
            </p:cNvPr>
            <p:cNvSpPr/>
            <p:nvPr/>
          </p:nvSpPr>
          <p:spPr>
            <a:xfrm>
              <a:off x="8183880" y="2743200"/>
              <a:ext cx="30175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Recommended initial scenario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60" name="Shape 28">
              <a:extLst>
                <a:ext uri="{FF2B5EF4-FFF2-40B4-BE49-F238E27FC236}">
                  <a16:creationId xmlns:a16="http://schemas.microsoft.com/office/drawing/2014/main" id="{080E29F5-ED16-32CF-8C93-51FE851C937E}"/>
                </a:ext>
              </a:extLst>
            </p:cNvPr>
            <p:cNvSpPr/>
            <p:nvPr/>
          </p:nvSpPr>
          <p:spPr>
            <a:xfrm>
              <a:off x="685800" y="3200400"/>
              <a:ext cx="146304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62" name="Text 29">
              <a:extLst>
                <a:ext uri="{FF2B5EF4-FFF2-40B4-BE49-F238E27FC236}">
                  <a16:creationId xmlns:a16="http://schemas.microsoft.com/office/drawing/2014/main" id="{9C08872F-56B6-2236-001F-04CEF87E2C65}"/>
                </a:ext>
              </a:extLst>
            </p:cNvPr>
            <p:cNvSpPr/>
            <p:nvPr/>
          </p:nvSpPr>
          <p:spPr>
            <a:xfrm>
              <a:off x="731520" y="329184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15%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64" name="Shape 30">
              <a:extLst>
                <a:ext uri="{FF2B5EF4-FFF2-40B4-BE49-F238E27FC236}">
                  <a16:creationId xmlns:a16="http://schemas.microsoft.com/office/drawing/2014/main" id="{06F768C0-0421-E287-C10D-460CF3C99E4F}"/>
                </a:ext>
              </a:extLst>
            </p:cNvPr>
            <p:cNvSpPr/>
            <p:nvPr/>
          </p:nvSpPr>
          <p:spPr>
            <a:xfrm>
              <a:off x="2148840" y="3200400"/>
              <a:ext cx="3017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66" name="Text 31">
              <a:extLst>
                <a:ext uri="{FF2B5EF4-FFF2-40B4-BE49-F238E27FC236}">
                  <a16:creationId xmlns:a16="http://schemas.microsoft.com/office/drawing/2014/main" id="{1D6E6758-8066-4DD2-A681-94BE358BC253}"/>
                </a:ext>
              </a:extLst>
            </p:cNvPr>
            <p:cNvSpPr/>
            <p:nvPr/>
          </p:nvSpPr>
          <p:spPr>
            <a:xfrm>
              <a:off x="2194560" y="3291840"/>
              <a:ext cx="29260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Recall rises to 71.57%; age gap improves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68" name="Shape 32">
              <a:extLst>
                <a:ext uri="{FF2B5EF4-FFF2-40B4-BE49-F238E27FC236}">
                  <a16:creationId xmlns:a16="http://schemas.microsoft.com/office/drawing/2014/main" id="{A86461D3-88BD-676F-063F-D1C0CEC9D957}"/>
                </a:ext>
              </a:extLst>
            </p:cNvPr>
            <p:cNvSpPr/>
            <p:nvPr/>
          </p:nvSpPr>
          <p:spPr>
            <a:xfrm>
              <a:off x="5166360" y="3200400"/>
              <a:ext cx="297180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70" name="Text 33">
              <a:extLst>
                <a:ext uri="{FF2B5EF4-FFF2-40B4-BE49-F238E27FC236}">
                  <a16:creationId xmlns:a16="http://schemas.microsoft.com/office/drawing/2014/main" id="{8468211C-903F-C4D9-4B12-03BCD68390C0}"/>
                </a:ext>
              </a:extLst>
            </p:cNvPr>
            <p:cNvSpPr/>
            <p:nvPr/>
          </p:nvSpPr>
          <p:spPr>
            <a:xfrm>
              <a:off x="5212080" y="3291840"/>
              <a:ext cx="28803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Net benefit falls to 6.04M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72" name="Shape 34">
              <a:extLst>
                <a:ext uri="{FF2B5EF4-FFF2-40B4-BE49-F238E27FC236}">
                  <a16:creationId xmlns:a16="http://schemas.microsoft.com/office/drawing/2014/main" id="{B239C86D-1154-43C1-9742-3C8002874B47}"/>
                </a:ext>
              </a:extLst>
            </p:cNvPr>
            <p:cNvSpPr/>
            <p:nvPr/>
          </p:nvSpPr>
          <p:spPr>
            <a:xfrm>
              <a:off x="8138160" y="3200400"/>
              <a:ext cx="31089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74" name="Text 35">
              <a:extLst>
                <a:ext uri="{FF2B5EF4-FFF2-40B4-BE49-F238E27FC236}">
                  <a16:creationId xmlns:a16="http://schemas.microsoft.com/office/drawing/2014/main" id="{EC1E7CA1-AF2A-B5F1-2293-0EEB3E8AC1CE}"/>
                </a:ext>
              </a:extLst>
            </p:cNvPr>
            <p:cNvSpPr/>
            <p:nvPr/>
          </p:nvSpPr>
          <p:spPr>
            <a:xfrm>
              <a:off x="8183880" y="3291840"/>
              <a:ext cx="30175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Consider if capacity allows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76" name="Shape 36">
              <a:extLst>
                <a:ext uri="{FF2B5EF4-FFF2-40B4-BE49-F238E27FC236}">
                  <a16:creationId xmlns:a16="http://schemas.microsoft.com/office/drawing/2014/main" id="{8C30D6EF-20D2-CF68-794C-E98168DF1739}"/>
                </a:ext>
              </a:extLst>
            </p:cNvPr>
            <p:cNvSpPr/>
            <p:nvPr/>
          </p:nvSpPr>
          <p:spPr>
            <a:xfrm>
              <a:off x="685800" y="3749040"/>
              <a:ext cx="146304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78" name="Text 37">
              <a:extLst>
                <a:ext uri="{FF2B5EF4-FFF2-40B4-BE49-F238E27FC236}">
                  <a16:creationId xmlns:a16="http://schemas.microsoft.com/office/drawing/2014/main" id="{E9B5C116-BB4D-E46E-6F2F-BFAB146C7763}"/>
                </a:ext>
              </a:extLst>
            </p:cNvPr>
            <p:cNvSpPr/>
            <p:nvPr/>
          </p:nvSpPr>
          <p:spPr>
            <a:xfrm>
              <a:off x="731520" y="3840480"/>
              <a:ext cx="137160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20%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80" name="Shape 38">
              <a:extLst>
                <a:ext uri="{FF2B5EF4-FFF2-40B4-BE49-F238E27FC236}">
                  <a16:creationId xmlns:a16="http://schemas.microsoft.com/office/drawing/2014/main" id="{13A5A5CB-7049-69D0-8733-B2F432C28879}"/>
                </a:ext>
              </a:extLst>
            </p:cNvPr>
            <p:cNvSpPr/>
            <p:nvPr/>
          </p:nvSpPr>
          <p:spPr>
            <a:xfrm>
              <a:off x="2148840" y="3749040"/>
              <a:ext cx="301752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82" name="Text 39">
              <a:extLst>
                <a:ext uri="{FF2B5EF4-FFF2-40B4-BE49-F238E27FC236}">
                  <a16:creationId xmlns:a16="http://schemas.microsoft.com/office/drawing/2014/main" id="{D5D1417E-E1DD-E9A1-9460-F70DDA8ED133}"/>
                </a:ext>
              </a:extLst>
            </p:cNvPr>
            <p:cNvSpPr/>
            <p:nvPr/>
          </p:nvSpPr>
          <p:spPr>
            <a:xfrm>
              <a:off x="2194560" y="3840480"/>
              <a:ext cx="29260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More fraud captured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84" name="Shape 40">
              <a:extLst>
                <a:ext uri="{FF2B5EF4-FFF2-40B4-BE49-F238E27FC236}">
                  <a16:creationId xmlns:a16="http://schemas.microsoft.com/office/drawing/2014/main" id="{0B82A0C0-2825-20A5-E886-8E6C3C664DDE}"/>
                </a:ext>
              </a:extLst>
            </p:cNvPr>
            <p:cNvSpPr/>
            <p:nvPr/>
          </p:nvSpPr>
          <p:spPr>
            <a:xfrm>
              <a:off x="5166360" y="3749040"/>
              <a:ext cx="297180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86" name="Text 41">
              <a:extLst>
                <a:ext uri="{FF2B5EF4-FFF2-40B4-BE49-F238E27FC236}">
                  <a16:creationId xmlns:a16="http://schemas.microsoft.com/office/drawing/2014/main" id="{B6313819-EFC6-C23A-5A21-5E8084BB5D1C}"/>
                </a:ext>
              </a:extLst>
            </p:cNvPr>
            <p:cNvSpPr/>
            <p:nvPr/>
          </p:nvSpPr>
          <p:spPr>
            <a:xfrm>
              <a:off x="5212080" y="3840480"/>
              <a:ext cx="288036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Precision and net benefit decline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88" name="Shape 42">
              <a:extLst>
                <a:ext uri="{FF2B5EF4-FFF2-40B4-BE49-F238E27FC236}">
                  <a16:creationId xmlns:a16="http://schemas.microsoft.com/office/drawing/2014/main" id="{18F30E9C-6AD0-7EC1-2469-5597D8124133}"/>
                </a:ext>
              </a:extLst>
            </p:cNvPr>
            <p:cNvSpPr/>
            <p:nvPr/>
          </p:nvSpPr>
          <p:spPr>
            <a:xfrm>
              <a:off x="8138160" y="3749040"/>
              <a:ext cx="310896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2EF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PH" sz="1400">
                <a:latin typeface="Aptos" panose="020B0004020202020204" pitchFamily="34" charset="0"/>
              </a:endParaRPr>
            </a:p>
          </p:txBody>
        </p:sp>
        <p:sp>
          <p:nvSpPr>
            <p:cNvPr id="90" name="Text 43">
              <a:extLst>
                <a:ext uri="{FF2B5EF4-FFF2-40B4-BE49-F238E27FC236}">
                  <a16:creationId xmlns:a16="http://schemas.microsoft.com/office/drawing/2014/main" id="{A7EE5366-A861-2BA5-4599-4281C89D7927}"/>
                </a:ext>
              </a:extLst>
            </p:cNvPr>
            <p:cNvSpPr/>
            <p:nvPr/>
          </p:nvSpPr>
          <p:spPr>
            <a:xfrm>
              <a:off x="8183880" y="3840480"/>
              <a:ext cx="301752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21344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Use only with more analyst capacity</a:t>
              </a:r>
              <a:endParaRPr lang="en-US" sz="1400">
                <a:latin typeface="Aptos" panose="020B0004020202020204" pitchFamily="34" charset="0"/>
              </a:endParaRPr>
            </a:p>
          </p:txBody>
        </p:sp>
      </p:grpSp>
      <p:sp>
        <p:nvSpPr>
          <p:cNvPr id="92" name="Shape 44">
            <a:extLst>
              <a:ext uri="{FF2B5EF4-FFF2-40B4-BE49-F238E27FC236}">
                <a16:creationId xmlns:a16="http://schemas.microsoft.com/office/drawing/2014/main" id="{2CE90C4E-7C1F-A19F-07E6-E825876101F9}"/>
              </a:ext>
            </a:extLst>
          </p:cNvPr>
          <p:cNvSpPr/>
          <p:nvPr/>
        </p:nvSpPr>
        <p:spPr>
          <a:xfrm>
            <a:off x="685800" y="4915266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3399EACD-C8AF-54DB-95D2-66F78A85CEC1}"/>
              </a:ext>
            </a:extLst>
          </p:cNvPr>
          <p:cNvSpPr/>
          <p:nvPr/>
        </p:nvSpPr>
        <p:spPr>
          <a:xfrm>
            <a:off x="978408" y="5079858"/>
            <a:ext cx="99761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900" b="1" i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threshold should be reviewed monthly based on fraud prevalence, analyst capacity, customer friction and fairness metrics.</a:t>
            </a:r>
            <a:endParaRPr lang="en-US" sz="1900" i="1">
              <a:latin typeface="Aptos" panose="020B0004020202020204" pitchFamily="34" charset="0"/>
            </a:endParaRPr>
          </a:p>
        </p:txBody>
      </p:sp>
      <p:sp>
        <p:nvSpPr>
          <p:cNvPr id="96" name="Text 2">
            <a:extLst>
              <a:ext uri="{FF2B5EF4-FFF2-40B4-BE49-F238E27FC236}">
                <a16:creationId xmlns:a16="http://schemas.microsoft.com/office/drawing/2014/main" id="{C50894FE-5B82-826E-99AA-561DD121CBB3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111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80C67-C73F-4F20-A31E-D0994FD6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DE1B43-718C-4C40-37C1-4507B170F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B73FCA8-AAA7-A363-6684-B6013E851EDC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RISKS  &amp;  RECOMMENDATIONS</a:t>
            </a:r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B3BC180-CBFC-7CA5-3E66-5D860AEA703C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Watch — and What to Do Next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9806EEF-0CED-859D-95E4-DE4C73CB11EC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65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02FF6BA-2295-70BE-4556-0BCF3AA0713F}"/>
              </a:ext>
            </a:extLst>
          </p:cNvPr>
          <p:cNvSpPr/>
          <p:nvPr/>
        </p:nvSpPr>
        <p:spPr>
          <a:xfrm>
            <a:off x="685800" y="1780176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 sz="1600">
              <a:latin typeface="Aptos" panose="020B000402020202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3214E3F-F868-FFD8-EF75-7A6ED8401EF5}"/>
              </a:ext>
            </a:extLst>
          </p:cNvPr>
          <p:cNvSpPr/>
          <p:nvPr/>
        </p:nvSpPr>
        <p:spPr>
          <a:xfrm>
            <a:off x="978408" y="18153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Key risk</a:t>
            </a:r>
            <a:endParaRPr lang="en-US" sz="160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BA2CF38B-449A-E16F-76F5-0478987642DF}"/>
              </a:ext>
            </a:extLst>
          </p:cNvPr>
          <p:cNvSpPr/>
          <p:nvPr/>
        </p:nvSpPr>
        <p:spPr>
          <a:xfrm>
            <a:off x="978408" y="2441884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600">
                <a:solidFill>
                  <a:srgbClr val="5E748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model ranks fraud well, but raw probabilities and fixed thresholds do not transfer perfectly across data variants. Calibration and drift monitoring are required.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AB514E1D-E01A-EFBD-54C0-EB92269CCB86}"/>
              </a:ext>
            </a:extLst>
          </p:cNvPr>
          <p:cNvSpPr/>
          <p:nvPr/>
        </p:nvSpPr>
        <p:spPr>
          <a:xfrm>
            <a:off x="6172200" y="1780176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 sz="1600">
              <a:latin typeface="Aptos" panose="020B0004020202020204" pitchFamily="3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84011B87-41EB-C38D-1CAA-7AED56A6FD14}"/>
              </a:ext>
            </a:extLst>
          </p:cNvPr>
          <p:cNvSpPr/>
          <p:nvPr/>
        </p:nvSpPr>
        <p:spPr>
          <a:xfrm>
            <a:off x="6464808" y="180079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Priority recommendation</a:t>
            </a:r>
            <a:endParaRPr lang="en-US" sz="160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75D277CF-80DC-D3E3-C72A-DF94289F89F0}"/>
              </a:ext>
            </a:extLst>
          </p:cNvPr>
          <p:cNvSpPr/>
          <p:nvPr/>
        </p:nvSpPr>
        <p:spPr>
          <a:xfrm>
            <a:off x="6464808" y="2441884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600">
                <a:solidFill>
                  <a:srgbClr val="5E748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Validate on actual banking data, correct credit_risk_band, recalibrate thresholds and run ongoing fairness monitoring before operational use.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5ED75D72-1291-D5E8-7B5B-63DCD2C565C5}"/>
              </a:ext>
            </a:extLst>
          </p:cNvPr>
          <p:cNvSpPr/>
          <p:nvPr/>
        </p:nvSpPr>
        <p:spPr>
          <a:xfrm>
            <a:off x="685800" y="3700416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 sz="1600">
              <a:latin typeface="Aptos" panose="020B0004020202020204" pitchFamily="34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98FAFD23-974E-6E44-4B67-0EDAFE5B8C88}"/>
              </a:ext>
            </a:extLst>
          </p:cNvPr>
          <p:cNvSpPr/>
          <p:nvPr/>
        </p:nvSpPr>
        <p:spPr>
          <a:xfrm>
            <a:off x="978408" y="3764573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Governance control</a:t>
            </a:r>
            <a:endParaRPr lang="en-US" sz="160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DAC8DA0E-00BC-19DF-C513-E9DC63726824}"/>
              </a:ext>
            </a:extLst>
          </p:cNvPr>
          <p:cNvSpPr/>
          <p:nvPr/>
        </p:nvSpPr>
        <p:spPr>
          <a:xfrm>
            <a:off x="978408" y="4376639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600">
                <a:solidFill>
                  <a:srgbClr val="5E748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Use analyst override logs, reason codes, independent validation and appeal/reconsideration procedures.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E3ABF851-2250-E66A-DAB4-29F2DDE313E8}"/>
              </a:ext>
            </a:extLst>
          </p:cNvPr>
          <p:cNvSpPr/>
          <p:nvPr/>
        </p:nvSpPr>
        <p:spPr>
          <a:xfrm>
            <a:off x="6172200" y="3700416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 sz="1600">
              <a:latin typeface="Aptos" panose="020B0004020202020204" pitchFamily="34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6E74FC0C-048E-8BA9-FA2C-B803519E9078}"/>
              </a:ext>
            </a:extLst>
          </p:cNvPr>
          <p:cNvSpPr/>
          <p:nvPr/>
        </p:nvSpPr>
        <p:spPr>
          <a:xfrm>
            <a:off x="6464808" y="3764573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66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Model improvement</a:t>
            </a:r>
            <a:endParaRPr lang="en-US" sz="1600">
              <a:solidFill>
                <a:srgbClr val="FF6600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7B8B81B-5342-FDA5-DB5D-B1253DF2D11D}"/>
              </a:ext>
            </a:extLst>
          </p:cNvPr>
          <p:cNvSpPr/>
          <p:nvPr/>
        </p:nvSpPr>
        <p:spPr>
          <a:xfrm>
            <a:off x="6464808" y="4376639"/>
            <a:ext cx="4480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just">
              <a:buNone/>
            </a:pPr>
            <a:r>
              <a:rPr lang="en-US" sz="1600">
                <a:solidFill>
                  <a:srgbClr val="5E748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Revisit XGBoost with calibration and explainability controls; compare against Logistic Regression under real data.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0538B238-7B40-8700-F429-A0B05CA58690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270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22852-3E92-276E-DB05-9194508A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>
            <a:extLst>
              <a:ext uri="{FF2B5EF4-FFF2-40B4-BE49-F238E27FC236}">
                <a16:creationId xmlns:a16="http://schemas.microsoft.com/office/drawing/2014/main" id="{03232710-6943-5D8C-BDDA-F0DD2BAEB184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chemeClr val="tx1">
                    <a:lumMod val="9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NEXT  STEPS</a:t>
            </a:r>
            <a:endParaRPr lang="en-US" sz="2000">
              <a:solidFill>
                <a:schemeClr val="tx1">
                  <a:lumMod val="9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31DAC906-5E32-20C8-771E-E63BEB5E544B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Path Forward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C47F9825-CE3F-FBB5-51E9-163CAE58FA70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5E7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50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D0CBBF2E-BC8D-66C8-CD14-1E1842EE665C}"/>
              </a:ext>
            </a:extLst>
          </p:cNvPr>
          <p:cNvSpPr/>
          <p:nvPr/>
        </p:nvSpPr>
        <p:spPr>
          <a:xfrm>
            <a:off x="685800" y="1659708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883E5287-C938-0ACE-A440-C848CDF61152}"/>
              </a:ext>
            </a:extLst>
          </p:cNvPr>
          <p:cNvSpPr/>
          <p:nvPr/>
        </p:nvSpPr>
        <p:spPr>
          <a:xfrm>
            <a:off x="1673352" y="1660867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B050"/>
                </a:solidFill>
                <a:latin typeface="Aptos Black" panose="020B0004020202020204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b="1">
              <a:solidFill>
                <a:srgbClr val="00B050"/>
              </a:solidFill>
              <a:latin typeface="Aptos Black" panose="020B0004020202020204" pitchFamily="34" charset="0"/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74CF0D93-6790-F740-9189-37C760846470}"/>
              </a:ext>
            </a:extLst>
          </p:cNvPr>
          <p:cNvSpPr/>
          <p:nvPr/>
        </p:nvSpPr>
        <p:spPr>
          <a:xfrm>
            <a:off x="2291080" y="2169886"/>
            <a:ext cx="9235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controlled historical backtest and analyst shadow review.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E1B67659-3FFD-02AA-50EC-643A8A5AEF97}"/>
              </a:ext>
            </a:extLst>
          </p:cNvPr>
          <p:cNvSpPr/>
          <p:nvPr/>
        </p:nvSpPr>
        <p:spPr>
          <a:xfrm>
            <a:off x="685800" y="2738700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9281A5CF-F090-9635-D55C-6FE6DA95A1CB}"/>
              </a:ext>
            </a:extLst>
          </p:cNvPr>
          <p:cNvSpPr/>
          <p:nvPr/>
        </p:nvSpPr>
        <p:spPr>
          <a:xfrm>
            <a:off x="1673352" y="2739859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FF3300"/>
                </a:solidFill>
                <a:latin typeface="Aptos" panose="020B0004020202020204" pitchFamily="34" charset="0"/>
                <a:cs typeface="Arial" pitchFamily="34" charset="-120"/>
              </a:rPr>
              <a:t>FIX</a:t>
            </a:r>
            <a:endParaRPr lang="en-US">
              <a:solidFill>
                <a:srgbClr val="FF3300"/>
              </a:solidFill>
              <a:latin typeface="Aptos" panose="020B0004020202020204" pitchFamily="34" charset="0"/>
            </a:endParaRPr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4EFEF483-3419-7A12-DF50-5B21C7116685}"/>
              </a:ext>
            </a:extLst>
          </p:cNvPr>
          <p:cNvSpPr/>
          <p:nvPr/>
        </p:nvSpPr>
        <p:spPr>
          <a:xfrm>
            <a:off x="2291080" y="3219850"/>
            <a:ext cx="9235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or rebuild credit_risk_band using training-only cut points.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8" name="Shape 14">
            <a:extLst>
              <a:ext uri="{FF2B5EF4-FFF2-40B4-BE49-F238E27FC236}">
                <a16:creationId xmlns:a16="http://schemas.microsoft.com/office/drawing/2014/main" id="{B32321BD-943E-707C-EFA4-A0FC0351B81E}"/>
              </a:ext>
            </a:extLst>
          </p:cNvPr>
          <p:cNvSpPr/>
          <p:nvPr/>
        </p:nvSpPr>
        <p:spPr>
          <a:xfrm>
            <a:off x="685800" y="3817692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C4528996-23A9-6CD4-7D6C-2C9FFB25E4F9}"/>
              </a:ext>
            </a:extLst>
          </p:cNvPr>
          <p:cNvSpPr/>
          <p:nvPr/>
        </p:nvSpPr>
        <p:spPr>
          <a:xfrm>
            <a:off x="1673352" y="3818851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B0F0"/>
                </a:solidFill>
                <a:latin typeface="Aptos" panose="020B0004020202020204" pitchFamily="34" charset="0"/>
                <a:cs typeface="Arial" pitchFamily="34" charset="-120"/>
              </a:rPr>
              <a:t>CALIBRATE</a:t>
            </a:r>
            <a:endParaRPr lang="en-US">
              <a:solidFill>
                <a:srgbClr val="00B0F0"/>
              </a:solidFill>
              <a:latin typeface="Aptos" panose="020B0004020202020204" pitchFamily="34" charset="0"/>
            </a:endParaRPr>
          </a:p>
        </p:txBody>
      </p:sp>
      <p:sp>
        <p:nvSpPr>
          <p:cNvPr id="96" name="Text 18">
            <a:extLst>
              <a:ext uri="{FF2B5EF4-FFF2-40B4-BE49-F238E27FC236}">
                <a16:creationId xmlns:a16="http://schemas.microsoft.com/office/drawing/2014/main" id="{18495C54-8912-FBCF-70D5-AD2F19487996}"/>
              </a:ext>
            </a:extLst>
          </p:cNvPr>
          <p:cNvSpPr/>
          <p:nvPr/>
        </p:nvSpPr>
        <p:spPr>
          <a:xfrm>
            <a:off x="2291080" y="4298842"/>
            <a:ext cx="9235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Recalibrate probabilities and thresholds using local fraud prevalence.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8" name="Shape 19">
            <a:extLst>
              <a:ext uri="{FF2B5EF4-FFF2-40B4-BE49-F238E27FC236}">
                <a16:creationId xmlns:a16="http://schemas.microsoft.com/office/drawing/2014/main" id="{01AE731E-2F5B-29ED-18F2-1340D5F6E828}"/>
              </a:ext>
            </a:extLst>
          </p:cNvPr>
          <p:cNvSpPr/>
          <p:nvPr/>
        </p:nvSpPr>
        <p:spPr>
          <a:xfrm>
            <a:off x="685800" y="4896684"/>
            <a:ext cx="10561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2EF">
                <a:alpha val="75000"/>
              </a:srgbClr>
            </a:solidFill>
            <a:prstDash val="solid"/>
          </a:ln>
          <a:effectLst>
            <a:outerShdw blurRad="25400" dist="50800" dir="2700000" algn="bl" rotWithShape="0">
              <a:srgbClr val="C7D6E7">
                <a:alpha val="2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EDC01EF-4A75-8F62-B764-664351297E6F}"/>
              </a:ext>
            </a:extLst>
          </p:cNvPr>
          <p:cNvGrpSpPr/>
          <p:nvPr/>
        </p:nvGrpSpPr>
        <p:grpSpPr>
          <a:xfrm>
            <a:off x="796690" y="1728649"/>
            <a:ext cx="685800" cy="3922776"/>
            <a:chOff x="796690" y="1394821"/>
            <a:chExt cx="685800" cy="3922776"/>
          </a:xfrm>
        </p:grpSpPr>
        <p:sp>
          <p:nvSpPr>
            <p:cNvPr id="70" name="Shape 5">
              <a:extLst>
                <a:ext uri="{FF2B5EF4-FFF2-40B4-BE49-F238E27FC236}">
                  <a16:creationId xmlns:a16="http://schemas.microsoft.com/office/drawing/2014/main" id="{A1D41AE0-6122-795B-09CB-34BCF6D0ED4E}"/>
                </a:ext>
              </a:extLst>
            </p:cNvPr>
            <p:cNvSpPr/>
            <p:nvPr/>
          </p:nvSpPr>
          <p:spPr>
            <a:xfrm>
              <a:off x="796690" y="1394821"/>
              <a:ext cx="685800" cy="685800"/>
            </a:xfrm>
            <a:prstGeom prst="ellipse">
              <a:avLst/>
            </a:prstGeom>
            <a:solidFill>
              <a:srgbClr val="0E55A7"/>
            </a:solidFill>
            <a:ln w="12700">
              <a:solidFill>
                <a:srgbClr val="0E55A7"/>
              </a:solidFill>
              <a:prstDash val="solid"/>
            </a:ln>
          </p:spPr>
          <p:txBody>
            <a:bodyPr/>
            <a:lstStyle/>
            <a:p>
              <a:endParaRPr lang="en-PH">
                <a:solidFill>
                  <a:srgbClr val="FF6600"/>
                </a:solidFill>
              </a:endParaRPr>
            </a:p>
          </p:txBody>
        </p:sp>
        <p:sp>
          <p:nvSpPr>
            <p:cNvPr id="72" name="Text 6">
              <a:extLst>
                <a:ext uri="{FF2B5EF4-FFF2-40B4-BE49-F238E27FC236}">
                  <a16:creationId xmlns:a16="http://schemas.microsoft.com/office/drawing/2014/main" id="{CA5A8D26-DA9D-593F-A71E-8ADD876EC407}"/>
                </a:ext>
              </a:extLst>
            </p:cNvPr>
            <p:cNvSpPr/>
            <p:nvPr/>
          </p:nvSpPr>
          <p:spPr>
            <a:xfrm>
              <a:off x="796690" y="1504549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FFC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</a:t>
              </a:r>
              <a:endParaRPr lang="en-US" sz="1800">
                <a:solidFill>
                  <a:srgbClr val="FFC000"/>
                </a:solidFill>
              </a:endParaRPr>
            </a:p>
          </p:txBody>
        </p:sp>
        <p:sp>
          <p:nvSpPr>
            <p:cNvPr id="80" name="Shape 10">
              <a:extLst>
                <a:ext uri="{FF2B5EF4-FFF2-40B4-BE49-F238E27FC236}">
                  <a16:creationId xmlns:a16="http://schemas.microsoft.com/office/drawing/2014/main" id="{BD6A4A96-03F1-D9EB-086C-EA06C681A633}"/>
                </a:ext>
              </a:extLst>
            </p:cNvPr>
            <p:cNvSpPr/>
            <p:nvPr/>
          </p:nvSpPr>
          <p:spPr>
            <a:xfrm>
              <a:off x="796690" y="2473813"/>
              <a:ext cx="685800" cy="685800"/>
            </a:xfrm>
            <a:prstGeom prst="ellipse">
              <a:avLst/>
            </a:prstGeom>
            <a:solidFill>
              <a:srgbClr val="0E55A7"/>
            </a:solidFill>
            <a:ln w="12700">
              <a:solidFill>
                <a:srgbClr val="0E55A7"/>
              </a:solidFill>
              <a:prstDash val="solid"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82" name="Text 11">
              <a:extLst>
                <a:ext uri="{FF2B5EF4-FFF2-40B4-BE49-F238E27FC236}">
                  <a16:creationId xmlns:a16="http://schemas.microsoft.com/office/drawing/2014/main" id="{8569EB2E-4220-93C0-ADEB-006728646628}"/>
                </a:ext>
              </a:extLst>
            </p:cNvPr>
            <p:cNvSpPr/>
            <p:nvPr/>
          </p:nvSpPr>
          <p:spPr>
            <a:xfrm>
              <a:off x="796690" y="2583541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FFC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endParaRPr lang="en-US" sz="1800">
                <a:solidFill>
                  <a:srgbClr val="FFC000"/>
                </a:solidFill>
              </a:endParaRPr>
            </a:p>
          </p:txBody>
        </p:sp>
        <p:sp>
          <p:nvSpPr>
            <p:cNvPr id="90" name="Shape 15">
              <a:extLst>
                <a:ext uri="{FF2B5EF4-FFF2-40B4-BE49-F238E27FC236}">
                  <a16:creationId xmlns:a16="http://schemas.microsoft.com/office/drawing/2014/main" id="{F939C96C-97FE-2D41-A025-EE22185559DF}"/>
                </a:ext>
              </a:extLst>
            </p:cNvPr>
            <p:cNvSpPr/>
            <p:nvPr/>
          </p:nvSpPr>
          <p:spPr>
            <a:xfrm>
              <a:off x="796690" y="3552805"/>
              <a:ext cx="685800" cy="685800"/>
            </a:xfrm>
            <a:prstGeom prst="ellipse">
              <a:avLst/>
            </a:prstGeom>
            <a:solidFill>
              <a:srgbClr val="0E55A7"/>
            </a:solidFill>
            <a:ln w="12700">
              <a:solidFill>
                <a:srgbClr val="0E55A7"/>
              </a:solidFill>
              <a:prstDash val="solid"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92" name="Text 16">
              <a:extLst>
                <a:ext uri="{FF2B5EF4-FFF2-40B4-BE49-F238E27FC236}">
                  <a16:creationId xmlns:a16="http://schemas.microsoft.com/office/drawing/2014/main" id="{5D40AC81-B959-1637-BD41-02F56EA114A7}"/>
                </a:ext>
              </a:extLst>
            </p:cNvPr>
            <p:cNvSpPr/>
            <p:nvPr/>
          </p:nvSpPr>
          <p:spPr>
            <a:xfrm>
              <a:off x="796690" y="3662533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FFC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endParaRPr lang="en-US" sz="1800">
                <a:solidFill>
                  <a:srgbClr val="FFC000"/>
                </a:solidFill>
              </a:endParaRPr>
            </a:p>
          </p:txBody>
        </p:sp>
        <p:sp>
          <p:nvSpPr>
            <p:cNvPr id="100" name="Shape 20">
              <a:extLst>
                <a:ext uri="{FF2B5EF4-FFF2-40B4-BE49-F238E27FC236}">
                  <a16:creationId xmlns:a16="http://schemas.microsoft.com/office/drawing/2014/main" id="{B02C2E98-61E5-325E-3262-604B42D67EEB}"/>
                </a:ext>
              </a:extLst>
            </p:cNvPr>
            <p:cNvSpPr/>
            <p:nvPr/>
          </p:nvSpPr>
          <p:spPr>
            <a:xfrm>
              <a:off x="796690" y="4631797"/>
              <a:ext cx="685800" cy="685800"/>
            </a:xfrm>
            <a:prstGeom prst="ellipse">
              <a:avLst/>
            </a:prstGeom>
            <a:solidFill>
              <a:srgbClr val="0E55A7"/>
            </a:solidFill>
            <a:ln w="12700">
              <a:solidFill>
                <a:srgbClr val="0E55A7"/>
              </a:solidFill>
              <a:prstDash val="solid"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2" name="Text 21">
              <a:extLst>
                <a:ext uri="{FF2B5EF4-FFF2-40B4-BE49-F238E27FC236}">
                  <a16:creationId xmlns:a16="http://schemas.microsoft.com/office/drawing/2014/main" id="{39C0C988-62F5-ED1E-D917-1F0E98127AD9}"/>
                </a:ext>
              </a:extLst>
            </p:cNvPr>
            <p:cNvSpPr/>
            <p:nvPr/>
          </p:nvSpPr>
          <p:spPr>
            <a:xfrm>
              <a:off x="796690" y="4741525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FFC00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</a:t>
              </a:r>
              <a:endParaRPr lang="en-US" sz="1800">
                <a:solidFill>
                  <a:srgbClr val="FFC000"/>
                </a:solidFill>
              </a:endParaRPr>
            </a:p>
          </p:txBody>
        </p:sp>
      </p:grpSp>
      <p:sp>
        <p:nvSpPr>
          <p:cNvPr id="104" name="Text 22">
            <a:extLst>
              <a:ext uri="{FF2B5EF4-FFF2-40B4-BE49-F238E27FC236}">
                <a16:creationId xmlns:a16="http://schemas.microsoft.com/office/drawing/2014/main" id="{EDA3DC5B-3D2A-E245-716C-3A9224760453}"/>
              </a:ext>
            </a:extLst>
          </p:cNvPr>
          <p:cNvSpPr/>
          <p:nvPr/>
        </p:nvSpPr>
        <p:spPr>
          <a:xfrm>
            <a:off x="1673352" y="4897843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FFFF0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b="1">
              <a:solidFill>
                <a:srgbClr val="FFFF00"/>
              </a:solidFill>
              <a:latin typeface="Aptos" panose="020B0004020202020204" pitchFamily="34" charset="0"/>
            </a:endParaRPr>
          </a:p>
        </p:txBody>
      </p:sp>
      <p:sp>
        <p:nvSpPr>
          <p:cNvPr id="106" name="Text 23">
            <a:extLst>
              <a:ext uri="{FF2B5EF4-FFF2-40B4-BE49-F238E27FC236}">
                <a16:creationId xmlns:a16="http://schemas.microsoft.com/office/drawing/2014/main" id="{C8C5D457-021A-06D9-F0CF-E026B6591D5F}"/>
              </a:ext>
            </a:extLst>
          </p:cNvPr>
          <p:cNvSpPr/>
          <p:nvPr/>
        </p:nvSpPr>
        <p:spPr>
          <a:xfrm>
            <a:off x="2291080" y="5464920"/>
            <a:ext cx="923544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drift, fairness, overrides and KPI performance monthly.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8" name="Text 2">
            <a:extLst>
              <a:ext uri="{FF2B5EF4-FFF2-40B4-BE49-F238E27FC236}">
                <a16:creationId xmlns:a16="http://schemas.microsoft.com/office/drawing/2014/main" id="{F1BB02AE-CECD-5EBC-D846-80C4DBF73607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28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12476-BAD0-C9D8-5F42-D87D0C99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24694-67C5-C8DD-F7EC-EEBBD198E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7D4C7C8-70BD-89E6-4AB6-15AA23F2DE3E}"/>
              </a:ext>
            </a:extLst>
          </p:cNvPr>
          <p:cNvSpPr/>
          <p:nvPr/>
        </p:nvSpPr>
        <p:spPr>
          <a:xfrm>
            <a:off x="566928" y="4114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41CACED-C8F2-A3E0-1D62-D4BD1E7AC7A8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5E7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5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DA4DE04-22A1-76B8-7B81-293F6A260C84}"/>
              </a:ext>
            </a:extLst>
          </p:cNvPr>
          <p:cNvSpPr/>
          <p:nvPr/>
        </p:nvSpPr>
        <p:spPr>
          <a:xfrm>
            <a:off x="681228" y="974417"/>
            <a:ext cx="106070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The capstone demonstrates that an explainable ML model can substantially improve fraud-review prioritization. Logistic Regression captured 67.02% of Base test fraud within the highest-risk 10% and remained stable on Variant II.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AB250EB-784C-5A2F-92CC-A8683EA1E8AB}"/>
              </a:ext>
            </a:extLst>
          </p:cNvPr>
          <p:cNvSpPr/>
          <p:nvPr/>
        </p:nvSpPr>
        <p:spPr>
          <a:xfrm>
            <a:off x="681228" y="2835584"/>
            <a:ext cx="106070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en-US"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Use the model as a human-supervised decision-support tool. Before deployment, validate using actual banking data, correct leakage risk, recalibrate thresholds, monitor fairness and drift, and retain analyst authority over final decisions.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B5485C87-FA72-DEC6-32DC-A23F2E4F4618}"/>
              </a:ext>
            </a:extLst>
          </p:cNvPr>
          <p:cNvSpPr/>
          <p:nvPr/>
        </p:nvSpPr>
        <p:spPr>
          <a:xfrm>
            <a:off x="681228" y="4357080"/>
            <a:ext cx="10469880" cy="640080"/>
          </a:xfrm>
          <a:prstGeom prst="roundRect">
            <a:avLst>
              <a:gd name="adj" fmla="val 11429"/>
            </a:avLst>
          </a:prstGeom>
          <a:solidFill>
            <a:srgbClr val="0E55A7"/>
          </a:solidFill>
          <a:ln w="12700">
            <a:solidFill>
              <a:srgbClr val="0E55A7"/>
            </a:solidFill>
            <a:prstDash val="solid"/>
          </a:ln>
        </p:spPr>
        <p:txBody>
          <a:bodyPr/>
          <a:lstStyle/>
          <a:p>
            <a:endParaRPr lang="en-PH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BB83ED9-D741-1EDA-00D3-0CF658B64993}"/>
              </a:ext>
            </a:extLst>
          </p:cNvPr>
          <p:cNvSpPr/>
          <p:nvPr/>
        </p:nvSpPr>
        <p:spPr>
          <a:xfrm>
            <a:off x="882396" y="4471380"/>
            <a:ext cx="98846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i="1">
                <a:solidFill>
                  <a:schemeClr val="tx1">
                    <a:lumMod val="8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recommendation: controlled pilot first, automated rejection never.</a:t>
            </a:r>
            <a:endParaRPr lang="en-US" sz="1900" i="1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EE7D832C-A472-DE27-3182-B34CAEBB9184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A24C934-0592-175B-1F8B-16B9F0F1EDEA}"/>
              </a:ext>
            </a:extLst>
          </p:cNvPr>
          <p:cNvSpPr/>
          <p:nvPr/>
        </p:nvSpPr>
        <p:spPr>
          <a:xfrm>
            <a:off x="566928" y="247004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400">
              <a:solidFill>
                <a:schemeClr val="accent6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85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5F4A4-0868-9E7E-2DDF-E37732D0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2F717B-6A1B-A1EC-10BB-65E81B626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1B1F534-7E1A-2718-7C54-1B91D6B90C25}"/>
              </a:ext>
            </a:extLst>
          </p:cNvPr>
          <p:cNvSpPr/>
          <p:nvPr/>
        </p:nvSpPr>
        <p:spPr>
          <a:xfrm>
            <a:off x="566928" y="78638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and Data Source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1243E9C-2D4F-0EB8-797F-D74E51C229E4}"/>
              </a:ext>
            </a:extLst>
          </p:cNvPr>
          <p:cNvSpPr/>
          <p:nvPr/>
        </p:nvSpPr>
        <p:spPr>
          <a:xfrm>
            <a:off x="795528" y="1683294"/>
            <a:ext cx="10058400" cy="195797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latin typeface="Arial" pitchFamily="34" charset="0"/>
                <a:ea typeface="Arial" pitchFamily="34" charset="-122"/>
                <a:cs typeface="Arial" pitchFamily="34" charset="-120"/>
              </a:rPr>
              <a:t>Dataset: Bank Account Fraud Dataset Suite - NeurIPS 2022 (Kaggle)</a:t>
            </a:r>
            <a:endParaRPr lang="en-US" sz="1600"/>
          </a:p>
          <a:p>
            <a:pPr marL="0" indent="0">
              <a:buNone/>
            </a:pPr>
            <a:r>
              <a:rPr lang="en-US" sz="1600">
                <a:latin typeface="Arial" pitchFamily="34" charset="0"/>
                <a:ea typeface="Arial" pitchFamily="34" charset="-122"/>
                <a:cs typeface="Arial" pitchFamily="34" charset="-120"/>
              </a:rPr>
              <a:t>Original paper: Jesus et al. (2022), Turning the Tables: Biased, Imbalanced, Dynamic Tabular Datasets for ML Evaluation</a:t>
            </a:r>
            <a:endParaRPr lang="en-US" sz="1600"/>
          </a:p>
          <a:p>
            <a:pPr marL="0" indent="0">
              <a:buNone/>
            </a:pPr>
            <a:r>
              <a:rPr lang="en-US" sz="1600">
                <a:latin typeface="Arial" pitchFamily="34" charset="0"/>
                <a:ea typeface="Arial" pitchFamily="34" charset="-122"/>
                <a:cs typeface="Arial" pitchFamily="34" charset="-120"/>
              </a:rPr>
              <a:t>Repository: Feedzai bank-account-fraud GitHub</a:t>
            </a:r>
            <a:endParaRPr lang="en-US" sz="1600"/>
          </a:p>
          <a:p>
            <a:pPr marL="0" indent="0">
              <a:buNone/>
            </a:pPr>
            <a:r>
              <a:rPr lang="en-US" sz="1600">
                <a:latin typeface="Arial" pitchFamily="34" charset="0"/>
                <a:ea typeface="Arial" pitchFamily="34" charset="-122"/>
                <a:cs typeface="Arial" pitchFamily="34" charset="-120"/>
              </a:rPr>
              <a:t>Methods: scikit-learn, XGBoost, SHAP, Fairlearn documentation</a:t>
            </a:r>
            <a:endParaRPr lang="en-US" sz="160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ED3144A-771F-4EC3-EADA-5343CBC76EEC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5E7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5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55E3AF6B-CA30-8D1A-AC43-CF9DA039FADB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63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E7DCC-AFE7-9045-8B66-87B30F87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8E62588-A489-4F9C-69D4-561DDEA79DEF}"/>
              </a:ext>
            </a:extLst>
          </p:cNvPr>
          <p:cNvSpPr/>
          <p:nvPr/>
        </p:nvSpPr>
        <p:spPr>
          <a:xfrm>
            <a:off x="640080" y="25146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>
                <a:solidFill>
                  <a:schemeClr val="accent6">
                    <a:lumMod val="60000"/>
                    <a:lumOff val="4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53C3D1F-87F1-BB33-EE62-3ECF2711F71C}"/>
              </a:ext>
            </a:extLst>
          </p:cNvPr>
          <p:cNvSpPr/>
          <p:nvPr/>
        </p:nvSpPr>
        <p:spPr>
          <a:xfrm>
            <a:off x="11567160" y="647395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>
                <a:solidFill>
                  <a:srgbClr val="5E74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65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E34FE798-467D-C838-097D-0BF6D48A1B88}"/>
              </a:ext>
            </a:extLst>
          </p:cNvPr>
          <p:cNvSpPr/>
          <p:nvPr/>
        </p:nvSpPr>
        <p:spPr>
          <a:xfrm>
            <a:off x="396240" y="6335776"/>
            <a:ext cx="621792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85000"/>
                  </a:scheme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Bank Account Fraud Detection | Business Case</a:t>
            </a:r>
            <a:endParaRPr lang="en-US" sz="1400">
              <a:solidFill>
                <a:schemeClr val="tx1">
                  <a:lumMod val="8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51683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S. Cudia</dc:creator>
  <cp:revision>6</cp:revision>
  <dcterms:created xsi:type="dcterms:W3CDTF">2026-07-15T15:23:30Z</dcterms:created>
  <dcterms:modified xsi:type="dcterms:W3CDTF">2026-07-16T17:17:56Z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2a99d21-05bc-4621-acf4-6ee58d61061c_Enabled">
    <vt:lpwstr>true</vt:lpwstr>
  </property>
  <property fmtid="{D5CDD505-2E9C-101B-9397-08002B2CF9AE}" pid="3" name="MSIP_Label_e2a99d21-05bc-4621-acf4-6ee58d61061c_SetDate">
    <vt:lpwstr>2026-07-15T15:47:09Z</vt:lpwstr>
  </property>
  <property fmtid="{D5CDD505-2E9C-101B-9397-08002B2CF9AE}" pid="4" name="MSIP_Label_e2a99d21-05bc-4621-acf4-6ee58d61061c_Method">
    <vt:lpwstr>Standard</vt:lpwstr>
  </property>
  <property fmtid="{D5CDD505-2E9C-101B-9397-08002B2CF9AE}" pid="5" name="MSIP_Label_e2a99d21-05bc-4621-acf4-6ee58d61061c_Name">
    <vt:lpwstr>General - Prod</vt:lpwstr>
  </property>
  <property fmtid="{D5CDD505-2E9C-101B-9397-08002B2CF9AE}" pid="6" name="MSIP_Label_e2a99d21-05bc-4621-acf4-6ee58d61061c_SiteId">
    <vt:lpwstr>c6d1c7a1-4b0d-4c53-86ec-d6d1d8e5b97c</vt:lpwstr>
  </property>
  <property fmtid="{D5CDD505-2E9C-101B-9397-08002B2CF9AE}" pid="7" name="MSIP_Label_e2a99d21-05bc-4621-acf4-6ee58d61061c_ActionId">
    <vt:lpwstr>1ad0a82d-740d-4eb5-99e8-6281abb615a0</vt:lpwstr>
  </property>
  <property fmtid="{D5CDD505-2E9C-101B-9397-08002B2CF9AE}" pid="8" name="MSIP_Label_e2a99d21-05bc-4621-acf4-6ee58d61061c_ContentBits">
    <vt:lpwstr>1</vt:lpwstr>
  </property>
  <property fmtid="{D5CDD505-2E9C-101B-9397-08002B2CF9AE}" pid="9" name="MSIP_Label_e2a99d21-05bc-4621-acf4-6ee58d61061c_Tag">
    <vt:lpwstr>10, 3, 0, 1</vt:lpwstr>
  </property>
  <property fmtid="{D5CDD505-2E9C-101B-9397-08002B2CF9AE}" pid="10" name="ClassificationContentMarkingHeaderLocations">
    <vt:lpwstr>Depth:8</vt:lpwstr>
  </property>
  <property fmtid="{D5CDD505-2E9C-101B-9397-08002B2CF9AE}" pid="11" name="ClassificationContentMarkingHeaderText">
    <vt:lpwstr>Classification: GENERAL</vt:lpwstr>
  </property>
</Properties>
</file>