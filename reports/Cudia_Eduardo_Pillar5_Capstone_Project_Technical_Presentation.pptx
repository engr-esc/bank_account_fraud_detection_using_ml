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5"/>
  </p:notesMasterIdLst>
  <p:sldIdLst>
    <p:sldId id="256" r:id="rId2"/>
    <p:sldId id="258" r:id="rId3"/>
    <p:sldId id="259" r:id="rId4"/>
    <p:sldId id="263" r:id="rId5"/>
    <p:sldId id="262" r:id="rId6"/>
    <p:sldId id="260" r:id="rId7"/>
    <p:sldId id="266" r:id="rId8"/>
    <p:sldId id="265" r:id="rId9"/>
    <p:sldId id="264" r:id="rId10"/>
    <p:sldId id="268" r:id="rId11"/>
    <p:sldId id="267" r:id="rId12"/>
    <p:sldId id="270" r:id="rId13"/>
    <p:sldId id="269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6600"/>
    <a:srgbClr val="FF33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8050BAC-762D-44AD-A02A-1185FC5F1485}" v="2" dt="2026-07-16T17:15:14.748"/>
    <p1510:client id="{084DA218-3C4B-4557-B132-7E2D4D8D8FE9}" v="5" dt="2026-07-16T15:17:10.21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00" autoAdjust="0"/>
    <p:restoredTop sz="91634" autoAdjust="0"/>
  </p:normalViewPr>
  <p:slideViewPr>
    <p:cSldViewPr snapToGrid="0">
      <p:cViewPr varScale="1">
        <p:scale>
          <a:sx n="59" d="100"/>
          <a:sy n="59" d="100"/>
        </p:scale>
        <p:origin x="109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microsoft.com/office/2015/10/relationships/revisionInfo" Target="revisionInfo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20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Eduardo S. Cudia" userId="b92cfa08-6a0f-4f25-b35d-cfae148c5175" providerId="ADAL" clId="{6D9934B5-0EAF-41B8-B79C-DD8EAB3C16B5}"/>
    <pc:docChg chg="undo redo custSel addSld delSld modSld sldOrd">
      <pc:chgData name="Eduardo S. Cudia" userId="b92cfa08-6a0f-4f25-b35d-cfae148c5175" providerId="ADAL" clId="{6D9934B5-0EAF-41B8-B79C-DD8EAB3C16B5}" dt="2026-07-16T17:16:32.969" v="2569" actId="478"/>
      <pc:docMkLst>
        <pc:docMk/>
      </pc:docMkLst>
      <pc:sldChg chg="modSp mod">
        <pc:chgData name="Eduardo S. Cudia" userId="b92cfa08-6a0f-4f25-b35d-cfae148c5175" providerId="ADAL" clId="{6D9934B5-0EAF-41B8-B79C-DD8EAB3C16B5}" dt="2026-07-16T14:42:39.977" v="671"/>
        <pc:sldMkLst>
          <pc:docMk/>
          <pc:sldMk cId="1143009504" sldId="256"/>
        </pc:sldMkLst>
        <pc:spChg chg="mod">
          <ac:chgData name="Eduardo S. Cudia" userId="b92cfa08-6a0f-4f25-b35d-cfae148c5175" providerId="ADAL" clId="{6D9934B5-0EAF-41B8-B79C-DD8EAB3C16B5}" dt="2026-07-16T14:29:04.040" v="667" actId="20577"/>
          <ac:spMkLst>
            <pc:docMk/>
            <pc:sldMk cId="1143009504" sldId="256"/>
            <ac:spMk id="5" creationId="{66941185-F250-6419-AB5F-4AD25442F8E1}"/>
          </ac:spMkLst>
        </pc:spChg>
        <pc:spChg chg="mod">
          <ac:chgData name="Eduardo S. Cudia" userId="b92cfa08-6a0f-4f25-b35d-cfae148c5175" providerId="ADAL" clId="{6D9934B5-0EAF-41B8-B79C-DD8EAB3C16B5}" dt="2026-07-16T14:41:31.715" v="670" actId="20577"/>
          <ac:spMkLst>
            <pc:docMk/>
            <pc:sldMk cId="1143009504" sldId="256"/>
            <ac:spMk id="12" creationId="{99B2D0BF-1B6A-6D92-81DB-5A0895F0AFE7}"/>
          </ac:spMkLst>
        </pc:spChg>
        <pc:spChg chg="mod">
          <ac:chgData name="Eduardo S. Cudia" userId="b92cfa08-6a0f-4f25-b35d-cfae148c5175" providerId="ADAL" clId="{6D9934B5-0EAF-41B8-B79C-DD8EAB3C16B5}" dt="2026-07-16T14:42:39.977" v="671"/>
          <ac:spMkLst>
            <pc:docMk/>
            <pc:sldMk cId="1143009504" sldId="256"/>
            <ac:spMk id="14" creationId="{B9B83612-6E9B-8ED6-042B-5C10FAB116C9}"/>
          </ac:spMkLst>
        </pc:spChg>
      </pc:sldChg>
      <pc:sldChg chg="addSp delSp modSp mod">
        <pc:chgData name="Eduardo S. Cudia" userId="b92cfa08-6a0f-4f25-b35d-cfae148c5175" providerId="ADAL" clId="{6D9934B5-0EAF-41B8-B79C-DD8EAB3C16B5}" dt="2026-07-16T15:20:51.176" v="1635" actId="207"/>
        <pc:sldMkLst>
          <pc:docMk/>
          <pc:sldMk cId="868767278" sldId="258"/>
        </pc:sldMkLst>
        <pc:spChg chg="del mod">
          <ac:chgData name="Eduardo S. Cudia" userId="b92cfa08-6a0f-4f25-b35d-cfae148c5175" providerId="ADAL" clId="{6D9934B5-0EAF-41B8-B79C-DD8EAB3C16B5}" dt="2026-07-16T14:43:09.771" v="672" actId="478"/>
          <ac:spMkLst>
            <pc:docMk/>
            <pc:sldMk cId="868767278" sldId="258"/>
            <ac:spMk id="3" creationId="{274B476B-0982-67C8-342A-B0AF1C5F4D35}"/>
          </ac:spMkLst>
        </pc:spChg>
        <pc:spChg chg="mod">
          <ac:chgData name="Eduardo S. Cudia" userId="b92cfa08-6a0f-4f25-b35d-cfae148c5175" providerId="ADAL" clId="{6D9934B5-0EAF-41B8-B79C-DD8EAB3C16B5}" dt="2026-07-16T15:20:51.176" v="1635" actId="207"/>
          <ac:spMkLst>
            <pc:docMk/>
            <pc:sldMk cId="868767278" sldId="258"/>
            <ac:spMk id="4" creationId="{2763BDE7-0BCE-4C02-8D25-C8F4B78C0A21}"/>
          </ac:spMkLst>
        </pc:spChg>
        <pc:spChg chg="del">
          <ac:chgData name="Eduardo S. Cudia" userId="b92cfa08-6a0f-4f25-b35d-cfae148c5175" providerId="ADAL" clId="{6D9934B5-0EAF-41B8-B79C-DD8EAB3C16B5}" dt="2026-07-16T14:43:09.771" v="672" actId="478"/>
          <ac:spMkLst>
            <pc:docMk/>
            <pc:sldMk cId="868767278" sldId="258"/>
            <ac:spMk id="5" creationId="{FDD93DBB-1670-3294-039F-8566DBE03641}"/>
          </ac:spMkLst>
        </pc:spChg>
        <pc:spChg chg="add del mod">
          <ac:chgData name="Eduardo S. Cudia" userId="b92cfa08-6a0f-4f25-b35d-cfae148c5175" providerId="ADAL" clId="{6D9934B5-0EAF-41B8-B79C-DD8EAB3C16B5}" dt="2026-07-16T14:44:10.434" v="711" actId="20577"/>
          <ac:spMkLst>
            <pc:docMk/>
            <pc:sldMk cId="868767278" sldId="258"/>
            <ac:spMk id="7" creationId="{D8179DBA-1EB7-5A9D-EE36-D969F47962E1}"/>
          </ac:spMkLst>
        </pc:spChg>
        <pc:spChg chg="mod">
          <ac:chgData name="Eduardo S. Cudia" userId="b92cfa08-6a0f-4f25-b35d-cfae148c5175" providerId="ADAL" clId="{6D9934B5-0EAF-41B8-B79C-DD8EAB3C16B5}" dt="2026-07-16T14:57:09.493" v="1187" actId="20577"/>
          <ac:spMkLst>
            <pc:docMk/>
            <pc:sldMk cId="868767278" sldId="258"/>
            <ac:spMk id="9" creationId="{C10CE50D-6E84-142A-D522-2944C153940A}"/>
          </ac:spMkLst>
        </pc:spChg>
        <pc:spChg chg="add mod">
          <ac:chgData name="Eduardo S. Cudia" userId="b92cfa08-6a0f-4f25-b35d-cfae148c5175" providerId="ADAL" clId="{6D9934B5-0EAF-41B8-B79C-DD8EAB3C16B5}" dt="2026-07-16T14:50:18.891" v="911" actId="1036"/>
          <ac:spMkLst>
            <pc:docMk/>
            <pc:sldMk cId="868767278" sldId="258"/>
            <ac:spMk id="13" creationId="{2C61F60D-662C-09D7-B22B-F755E5D700C1}"/>
          </ac:spMkLst>
        </pc:spChg>
        <pc:spChg chg="del">
          <ac:chgData name="Eduardo S. Cudia" userId="b92cfa08-6a0f-4f25-b35d-cfae148c5175" providerId="ADAL" clId="{6D9934B5-0EAF-41B8-B79C-DD8EAB3C16B5}" dt="2026-07-16T14:43:09.771" v="672" actId="478"/>
          <ac:spMkLst>
            <pc:docMk/>
            <pc:sldMk cId="868767278" sldId="258"/>
            <ac:spMk id="16" creationId="{D38C3C41-30B1-1424-E611-5817E773F39D}"/>
          </ac:spMkLst>
        </pc:spChg>
        <pc:spChg chg="add mod">
          <ac:chgData name="Eduardo S. Cudia" userId="b92cfa08-6a0f-4f25-b35d-cfae148c5175" providerId="ADAL" clId="{6D9934B5-0EAF-41B8-B79C-DD8EAB3C16B5}" dt="2026-07-16T14:50:18.891" v="911" actId="1036"/>
          <ac:spMkLst>
            <pc:docMk/>
            <pc:sldMk cId="868767278" sldId="258"/>
            <ac:spMk id="17" creationId="{4C90F393-EE98-BFAD-8FC4-A3B8819AAC73}"/>
          </ac:spMkLst>
        </pc:spChg>
        <pc:spChg chg="del">
          <ac:chgData name="Eduardo S. Cudia" userId="b92cfa08-6a0f-4f25-b35d-cfae148c5175" providerId="ADAL" clId="{6D9934B5-0EAF-41B8-B79C-DD8EAB3C16B5}" dt="2026-07-16T14:43:09.771" v="672" actId="478"/>
          <ac:spMkLst>
            <pc:docMk/>
            <pc:sldMk cId="868767278" sldId="258"/>
            <ac:spMk id="18" creationId="{E32CFD96-6C8A-3222-8E70-DADE67C67EAF}"/>
          </ac:spMkLst>
        </pc:spChg>
        <pc:spChg chg="del">
          <ac:chgData name="Eduardo S. Cudia" userId="b92cfa08-6a0f-4f25-b35d-cfae148c5175" providerId="ADAL" clId="{6D9934B5-0EAF-41B8-B79C-DD8EAB3C16B5}" dt="2026-07-16T14:43:09.771" v="672" actId="478"/>
          <ac:spMkLst>
            <pc:docMk/>
            <pc:sldMk cId="868767278" sldId="258"/>
            <ac:spMk id="20" creationId="{34CBBEA1-882A-1F10-017E-0645B3DF06B8}"/>
          </ac:spMkLst>
        </pc:spChg>
        <pc:spChg chg="add mod">
          <ac:chgData name="Eduardo S. Cudia" userId="b92cfa08-6a0f-4f25-b35d-cfae148c5175" providerId="ADAL" clId="{6D9934B5-0EAF-41B8-B79C-DD8EAB3C16B5}" dt="2026-07-16T14:50:18.891" v="911" actId="1036"/>
          <ac:spMkLst>
            <pc:docMk/>
            <pc:sldMk cId="868767278" sldId="258"/>
            <ac:spMk id="21" creationId="{23B5C163-7F97-4116-519C-42FE9F05A198}"/>
          </ac:spMkLst>
        </pc:spChg>
        <pc:spChg chg="del">
          <ac:chgData name="Eduardo S. Cudia" userId="b92cfa08-6a0f-4f25-b35d-cfae148c5175" providerId="ADAL" clId="{6D9934B5-0EAF-41B8-B79C-DD8EAB3C16B5}" dt="2026-07-16T14:43:09.771" v="672" actId="478"/>
          <ac:spMkLst>
            <pc:docMk/>
            <pc:sldMk cId="868767278" sldId="258"/>
            <ac:spMk id="24" creationId="{E6291AC8-B82C-9869-4D27-452C3A4B41F5}"/>
          </ac:spMkLst>
        </pc:spChg>
        <pc:spChg chg="del">
          <ac:chgData name="Eduardo S. Cudia" userId="b92cfa08-6a0f-4f25-b35d-cfae148c5175" providerId="ADAL" clId="{6D9934B5-0EAF-41B8-B79C-DD8EAB3C16B5}" dt="2026-07-16T14:43:09.771" v="672" actId="478"/>
          <ac:spMkLst>
            <pc:docMk/>
            <pc:sldMk cId="868767278" sldId="258"/>
            <ac:spMk id="26" creationId="{BDA6D7FA-FB0B-1D83-6FDB-77DC1CCADB6F}"/>
          </ac:spMkLst>
        </pc:spChg>
        <pc:spChg chg="del">
          <ac:chgData name="Eduardo S. Cudia" userId="b92cfa08-6a0f-4f25-b35d-cfae148c5175" providerId="ADAL" clId="{6D9934B5-0EAF-41B8-B79C-DD8EAB3C16B5}" dt="2026-07-16T14:43:09.771" v="672" actId="478"/>
          <ac:spMkLst>
            <pc:docMk/>
            <pc:sldMk cId="868767278" sldId="258"/>
            <ac:spMk id="28" creationId="{0D3A339F-69FD-1CEC-24AB-C8716597DC43}"/>
          </ac:spMkLst>
        </pc:spChg>
        <pc:spChg chg="mod">
          <ac:chgData name="Eduardo S. Cudia" userId="b92cfa08-6a0f-4f25-b35d-cfae148c5175" providerId="ADAL" clId="{6D9934B5-0EAF-41B8-B79C-DD8EAB3C16B5}" dt="2026-07-16T14:48:37.425" v="810" actId="1076"/>
          <ac:spMkLst>
            <pc:docMk/>
            <pc:sldMk cId="868767278" sldId="258"/>
            <ac:spMk id="29" creationId="{70B18E7C-42CD-086C-D0F2-2682AF6297F5}"/>
          </ac:spMkLst>
        </pc:spChg>
        <pc:spChg chg="del">
          <ac:chgData name="Eduardo S. Cudia" userId="b92cfa08-6a0f-4f25-b35d-cfae148c5175" providerId="ADAL" clId="{6D9934B5-0EAF-41B8-B79C-DD8EAB3C16B5}" dt="2026-07-16T14:43:09.771" v="672" actId="478"/>
          <ac:spMkLst>
            <pc:docMk/>
            <pc:sldMk cId="868767278" sldId="258"/>
            <ac:spMk id="30" creationId="{79DE3042-B473-4CE5-7844-CF81C40662EF}"/>
          </ac:spMkLst>
        </pc:spChg>
        <pc:spChg chg="del">
          <ac:chgData name="Eduardo S. Cudia" userId="b92cfa08-6a0f-4f25-b35d-cfae148c5175" providerId="ADAL" clId="{6D9934B5-0EAF-41B8-B79C-DD8EAB3C16B5}" dt="2026-07-16T14:43:09.771" v="672" actId="478"/>
          <ac:spMkLst>
            <pc:docMk/>
            <pc:sldMk cId="868767278" sldId="258"/>
            <ac:spMk id="32" creationId="{E004EFE5-7190-957C-6B33-8747A40A97CF}"/>
          </ac:spMkLst>
        </pc:spChg>
        <pc:spChg chg="add mod">
          <ac:chgData name="Eduardo S. Cudia" userId="b92cfa08-6a0f-4f25-b35d-cfae148c5175" providerId="ADAL" clId="{6D9934B5-0EAF-41B8-B79C-DD8EAB3C16B5}" dt="2026-07-16T14:50:18.891" v="911" actId="1036"/>
          <ac:spMkLst>
            <pc:docMk/>
            <pc:sldMk cId="868767278" sldId="258"/>
            <ac:spMk id="33" creationId="{461791CE-1C1E-6F6D-A44D-FCA68CC3AE0D}"/>
          </ac:spMkLst>
        </pc:spChg>
        <pc:spChg chg="add mod">
          <ac:chgData name="Eduardo S. Cudia" userId="b92cfa08-6a0f-4f25-b35d-cfae148c5175" providerId="ADAL" clId="{6D9934B5-0EAF-41B8-B79C-DD8EAB3C16B5}" dt="2026-07-16T14:50:18.891" v="911" actId="1036"/>
          <ac:spMkLst>
            <pc:docMk/>
            <pc:sldMk cId="868767278" sldId="258"/>
            <ac:spMk id="37" creationId="{84E5CD08-BCD5-604B-EB85-8B9A28582C5C}"/>
          </ac:spMkLst>
        </pc:spChg>
        <pc:spChg chg="add mod">
          <ac:chgData name="Eduardo S. Cudia" userId="b92cfa08-6a0f-4f25-b35d-cfae148c5175" providerId="ADAL" clId="{6D9934B5-0EAF-41B8-B79C-DD8EAB3C16B5}" dt="2026-07-16T14:50:18.891" v="911" actId="1036"/>
          <ac:spMkLst>
            <pc:docMk/>
            <pc:sldMk cId="868767278" sldId="258"/>
            <ac:spMk id="39" creationId="{47CD0C92-4C1C-1F1E-01E5-59BCC926AB24}"/>
          </ac:spMkLst>
        </pc:spChg>
        <pc:spChg chg="mod">
          <ac:chgData name="Eduardo S. Cudia" userId="b92cfa08-6a0f-4f25-b35d-cfae148c5175" providerId="ADAL" clId="{6D9934B5-0EAF-41B8-B79C-DD8EAB3C16B5}" dt="2026-07-16T14:48:40.836" v="811" actId="1076"/>
          <ac:spMkLst>
            <pc:docMk/>
            <pc:sldMk cId="868767278" sldId="258"/>
            <ac:spMk id="43" creationId="{3419B017-A72A-F7C4-D6B2-E4C80EB1FB88}"/>
          </ac:spMkLst>
        </pc:spChg>
        <pc:spChg chg="add mod">
          <ac:chgData name="Eduardo S. Cudia" userId="b92cfa08-6a0f-4f25-b35d-cfae148c5175" providerId="ADAL" clId="{6D9934B5-0EAF-41B8-B79C-DD8EAB3C16B5}" dt="2026-07-16T14:51:06.474" v="970" actId="1035"/>
          <ac:spMkLst>
            <pc:docMk/>
            <pc:sldMk cId="868767278" sldId="258"/>
            <ac:spMk id="45" creationId="{0068D773-D1EC-42A6-3B8D-2C5BC101517F}"/>
          </ac:spMkLst>
        </pc:spChg>
        <pc:spChg chg="mod">
          <ac:chgData name="Eduardo S. Cudia" userId="b92cfa08-6a0f-4f25-b35d-cfae148c5175" providerId="ADAL" clId="{6D9934B5-0EAF-41B8-B79C-DD8EAB3C16B5}" dt="2026-07-16T14:48:54.662" v="823" actId="1035"/>
          <ac:spMkLst>
            <pc:docMk/>
            <pc:sldMk cId="868767278" sldId="258"/>
            <ac:spMk id="49" creationId="{94469B61-2F2D-78E1-4635-67F90432BA53}"/>
          </ac:spMkLst>
        </pc:spChg>
        <pc:spChg chg="mod">
          <ac:chgData name="Eduardo S. Cudia" userId="b92cfa08-6a0f-4f25-b35d-cfae148c5175" providerId="ADAL" clId="{6D9934B5-0EAF-41B8-B79C-DD8EAB3C16B5}" dt="2026-07-16T14:49:57.812" v="879" actId="1035"/>
          <ac:spMkLst>
            <pc:docMk/>
            <pc:sldMk cId="868767278" sldId="258"/>
            <ac:spMk id="51" creationId="{57D1E7B5-B460-211C-31DE-166E800A9F8D}"/>
          </ac:spMkLst>
        </pc:spChg>
        <pc:spChg chg="mod">
          <ac:chgData name="Eduardo S. Cudia" userId="b92cfa08-6a0f-4f25-b35d-cfae148c5175" providerId="ADAL" clId="{6D9934B5-0EAF-41B8-B79C-DD8EAB3C16B5}" dt="2026-07-16T14:48:54.662" v="823" actId="1035"/>
          <ac:spMkLst>
            <pc:docMk/>
            <pc:sldMk cId="868767278" sldId="258"/>
            <ac:spMk id="55" creationId="{A308F989-CA98-2504-A54A-CEE27A5D73DF}"/>
          </ac:spMkLst>
        </pc:spChg>
        <pc:spChg chg="mod">
          <ac:chgData name="Eduardo S. Cudia" userId="b92cfa08-6a0f-4f25-b35d-cfae148c5175" providerId="ADAL" clId="{6D9934B5-0EAF-41B8-B79C-DD8EAB3C16B5}" dt="2026-07-16T14:50:01.039" v="887" actId="1035"/>
          <ac:spMkLst>
            <pc:docMk/>
            <pc:sldMk cId="868767278" sldId="258"/>
            <ac:spMk id="57" creationId="{561DD950-FE6B-4C52-0572-BA73C381B8BD}"/>
          </ac:spMkLst>
        </pc:spChg>
        <pc:spChg chg="add mod">
          <ac:chgData name="Eduardo S. Cudia" userId="b92cfa08-6a0f-4f25-b35d-cfae148c5175" providerId="ADAL" clId="{6D9934B5-0EAF-41B8-B79C-DD8EAB3C16B5}" dt="2026-07-16T14:50:18.891" v="911" actId="1036"/>
          <ac:spMkLst>
            <pc:docMk/>
            <pc:sldMk cId="868767278" sldId="258"/>
            <ac:spMk id="61" creationId="{D0BD954C-A16B-3939-44B3-7A5C9F990448}"/>
          </ac:spMkLst>
        </pc:spChg>
        <pc:spChg chg="add mod">
          <ac:chgData name="Eduardo S. Cudia" userId="b92cfa08-6a0f-4f25-b35d-cfae148c5175" providerId="ADAL" clId="{6D9934B5-0EAF-41B8-B79C-DD8EAB3C16B5}" dt="2026-07-16T14:50:18.891" v="911" actId="1036"/>
          <ac:spMkLst>
            <pc:docMk/>
            <pc:sldMk cId="868767278" sldId="258"/>
            <ac:spMk id="63" creationId="{C99D4519-6E45-4696-10F7-D28F71611ABF}"/>
          </ac:spMkLst>
        </pc:spChg>
        <pc:spChg chg="mod">
          <ac:chgData name="Eduardo S. Cudia" userId="b92cfa08-6a0f-4f25-b35d-cfae148c5175" providerId="ADAL" clId="{6D9934B5-0EAF-41B8-B79C-DD8EAB3C16B5}" dt="2026-07-16T14:48:54.662" v="823" actId="1035"/>
          <ac:spMkLst>
            <pc:docMk/>
            <pc:sldMk cId="868767278" sldId="258"/>
            <ac:spMk id="67" creationId="{E9CD64B4-F9B7-E746-CAA7-387E67BE5A0E}"/>
          </ac:spMkLst>
        </pc:spChg>
        <pc:spChg chg="add mod">
          <ac:chgData name="Eduardo S. Cudia" userId="b92cfa08-6a0f-4f25-b35d-cfae148c5175" providerId="ADAL" clId="{6D9934B5-0EAF-41B8-B79C-DD8EAB3C16B5}" dt="2026-07-16T14:50:18.891" v="911" actId="1036"/>
          <ac:spMkLst>
            <pc:docMk/>
            <pc:sldMk cId="868767278" sldId="258"/>
            <ac:spMk id="69" creationId="{5F4722DE-A4B3-95F1-6546-61E8D73256BA}"/>
          </ac:spMkLst>
        </pc:spChg>
      </pc:sldChg>
      <pc:sldChg chg="addSp delSp modSp mod ord">
        <pc:chgData name="Eduardo S. Cudia" userId="b92cfa08-6a0f-4f25-b35d-cfae148c5175" providerId="ADAL" clId="{6D9934B5-0EAF-41B8-B79C-DD8EAB3C16B5}" dt="2026-07-16T15:20:54.893" v="1636" actId="207"/>
        <pc:sldMkLst>
          <pc:docMk/>
          <pc:sldMk cId="902203371" sldId="259"/>
        </pc:sldMkLst>
        <pc:spChg chg="add">
          <ac:chgData name="Eduardo S. Cudia" userId="b92cfa08-6a0f-4f25-b35d-cfae148c5175" providerId="ADAL" clId="{6D9934B5-0EAF-41B8-B79C-DD8EAB3C16B5}" dt="2026-07-16T14:44:13.802" v="712" actId="22"/>
          <ac:spMkLst>
            <pc:docMk/>
            <pc:sldMk cId="902203371" sldId="259"/>
            <ac:spMk id="4" creationId="{3CADF0C1-9985-D57E-AC39-6FDA2F4CFB70}"/>
          </ac:spMkLst>
        </pc:spChg>
        <pc:spChg chg="del">
          <ac:chgData name="Eduardo S. Cudia" userId="b92cfa08-6a0f-4f25-b35d-cfae148c5175" providerId="ADAL" clId="{6D9934B5-0EAF-41B8-B79C-DD8EAB3C16B5}" dt="2026-07-16T14:43:13.273" v="673" actId="478"/>
          <ac:spMkLst>
            <pc:docMk/>
            <pc:sldMk cId="902203371" sldId="259"/>
            <ac:spMk id="5" creationId="{FBFB1164-C539-DA6C-2446-1524EF64012D}"/>
          </ac:spMkLst>
        </pc:spChg>
        <pc:spChg chg="mod">
          <ac:chgData name="Eduardo S. Cudia" userId="b92cfa08-6a0f-4f25-b35d-cfae148c5175" providerId="ADAL" clId="{6D9934B5-0EAF-41B8-B79C-DD8EAB3C16B5}" dt="2026-07-16T15:20:54.893" v="1636" actId="207"/>
          <ac:spMkLst>
            <pc:docMk/>
            <pc:sldMk cId="902203371" sldId="259"/>
            <ac:spMk id="7" creationId="{5F69795F-37EB-6980-1DEC-A60D5A77DADF}"/>
          </ac:spMkLst>
        </pc:spChg>
        <pc:spChg chg="mod">
          <ac:chgData name="Eduardo S. Cudia" userId="b92cfa08-6a0f-4f25-b35d-cfae148c5175" providerId="ADAL" clId="{6D9934B5-0EAF-41B8-B79C-DD8EAB3C16B5}" dt="2026-07-16T14:53:54.889" v="1069" actId="207"/>
          <ac:spMkLst>
            <pc:docMk/>
            <pc:sldMk cId="902203371" sldId="259"/>
            <ac:spMk id="11" creationId="{46A8EA5D-84E2-08F3-CB42-59C1BE867B8E}"/>
          </ac:spMkLst>
        </pc:spChg>
        <pc:spChg chg="del">
          <ac:chgData name="Eduardo S. Cudia" userId="b92cfa08-6a0f-4f25-b35d-cfae148c5175" providerId="ADAL" clId="{6D9934B5-0EAF-41B8-B79C-DD8EAB3C16B5}" dt="2026-07-16T14:43:13.273" v="673" actId="478"/>
          <ac:spMkLst>
            <pc:docMk/>
            <pc:sldMk cId="902203371" sldId="259"/>
            <ac:spMk id="12" creationId="{74DE10F8-C4B9-675B-38AE-145A6DD412FC}"/>
          </ac:spMkLst>
        </pc:spChg>
        <pc:spChg chg="add mod">
          <ac:chgData name="Eduardo S. Cudia" userId="b92cfa08-6a0f-4f25-b35d-cfae148c5175" providerId="ADAL" clId="{6D9934B5-0EAF-41B8-B79C-DD8EAB3C16B5}" dt="2026-07-16T14:52:13.392" v="1007" actId="207"/>
          <ac:spMkLst>
            <pc:docMk/>
            <pc:sldMk cId="902203371" sldId="259"/>
            <ac:spMk id="15" creationId="{10FC96ED-5DD2-CEE3-F177-060B826A0253}"/>
          </ac:spMkLst>
        </pc:spChg>
        <pc:spChg chg="mod">
          <ac:chgData name="Eduardo S. Cudia" userId="b92cfa08-6a0f-4f25-b35d-cfae148c5175" providerId="ADAL" clId="{6D9934B5-0EAF-41B8-B79C-DD8EAB3C16B5}" dt="2026-07-16T14:54:52.511" v="1092" actId="208"/>
          <ac:spMkLst>
            <pc:docMk/>
            <pc:sldMk cId="902203371" sldId="259"/>
            <ac:spMk id="19" creationId="{1E1355D0-CCE6-58D5-EA33-9C767CF07BBD}"/>
          </ac:spMkLst>
        </pc:spChg>
        <pc:spChg chg="del">
          <ac:chgData name="Eduardo S. Cudia" userId="b92cfa08-6a0f-4f25-b35d-cfae148c5175" providerId="ADAL" clId="{6D9934B5-0EAF-41B8-B79C-DD8EAB3C16B5}" dt="2026-07-16T14:43:13.273" v="673" actId="478"/>
          <ac:spMkLst>
            <pc:docMk/>
            <pc:sldMk cId="902203371" sldId="259"/>
            <ac:spMk id="20" creationId="{90A7B904-36CB-7A43-2C7A-16109A800CC0}"/>
          </ac:spMkLst>
        </pc:spChg>
        <pc:spChg chg="del">
          <ac:chgData name="Eduardo S. Cudia" userId="b92cfa08-6a0f-4f25-b35d-cfae148c5175" providerId="ADAL" clId="{6D9934B5-0EAF-41B8-B79C-DD8EAB3C16B5}" dt="2026-07-16T14:43:13.273" v="673" actId="478"/>
          <ac:spMkLst>
            <pc:docMk/>
            <pc:sldMk cId="902203371" sldId="259"/>
            <ac:spMk id="22" creationId="{A47C8D7A-FE5E-22D0-167E-F354165275EE}"/>
          </ac:spMkLst>
        </pc:spChg>
        <pc:spChg chg="mod">
          <ac:chgData name="Eduardo S. Cudia" userId="b92cfa08-6a0f-4f25-b35d-cfae148c5175" providerId="ADAL" clId="{6D9934B5-0EAF-41B8-B79C-DD8EAB3C16B5}" dt="2026-07-16T14:53:50.291" v="1068" actId="1036"/>
          <ac:spMkLst>
            <pc:docMk/>
            <pc:sldMk cId="902203371" sldId="259"/>
            <ac:spMk id="23" creationId="{919C316F-BC32-BA78-7642-A324BAAA6B19}"/>
          </ac:spMkLst>
        </pc:spChg>
        <pc:spChg chg="mod">
          <ac:chgData name="Eduardo S. Cudia" userId="b92cfa08-6a0f-4f25-b35d-cfae148c5175" providerId="ADAL" clId="{6D9934B5-0EAF-41B8-B79C-DD8EAB3C16B5}" dt="2026-07-16T14:54:18.555" v="1090" actId="1037"/>
          <ac:spMkLst>
            <pc:docMk/>
            <pc:sldMk cId="902203371" sldId="259"/>
            <ac:spMk id="27" creationId="{5CA34266-2BED-8E67-1DBB-FA234F8A0646}"/>
          </ac:spMkLst>
        </pc:spChg>
        <pc:spChg chg="del">
          <ac:chgData name="Eduardo S. Cudia" userId="b92cfa08-6a0f-4f25-b35d-cfae148c5175" providerId="ADAL" clId="{6D9934B5-0EAF-41B8-B79C-DD8EAB3C16B5}" dt="2026-07-16T14:43:13.273" v="673" actId="478"/>
          <ac:spMkLst>
            <pc:docMk/>
            <pc:sldMk cId="902203371" sldId="259"/>
            <ac:spMk id="28" creationId="{E34D050C-E425-1060-C523-B0E2A03CCFF9}"/>
          </ac:spMkLst>
        </pc:spChg>
        <pc:spChg chg="del">
          <ac:chgData name="Eduardo S. Cudia" userId="b92cfa08-6a0f-4f25-b35d-cfae148c5175" providerId="ADAL" clId="{6D9934B5-0EAF-41B8-B79C-DD8EAB3C16B5}" dt="2026-07-16T14:43:13.273" v="673" actId="478"/>
          <ac:spMkLst>
            <pc:docMk/>
            <pc:sldMk cId="902203371" sldId="259"/>
            <ac:spMk id="30" creationId="{386EF8F3-FCB6-12C9-C8BA-415D2B6E59CE}"/>
          </ac:spMkLst>
        </pc:spChg>
        <pc:spChg chg="mod">
          <ac:chgData name="Eduardo S. Cudia" userId="b92cfa08-6a0f-4f25-b35d-cfae148c5175" providerId="ADAL" clId="{6D9934B5-0EAF-41B8-B79C-DD8EAB3C16B5}" dt="2026-07-16T14:55:41.860" v="1098" actId="1076"/>
          <ac:spMkLst>
            <pc:docMk/>
            <pc:sldMk cId="902203371" sldId="259"/>
            <ac:spMk id="31" creationId="{DA86E0BC-6A08-F187-C68B-4107F2CDE996}"/>
          </ac:spMkLst>
        </pc:spChg>
        <pc:spChg chg="del">
          <ac:chgData name="Eduardo S. Cudia" userId="b92cfa08-6a0f-4f25-b35d-cfae148c5175" providerId="ADAL" clId="{6D9934B5-0EAF-41B8-B79C-DD8EAB3C16B5}" dt="2026-07-16T14:43:13.273" v="673" actId="478"/>
          <ac:spMkLst>
            <pc:docMk/>
            <pc:sldMk cId="902203371" sldId="259"/>
            <ac:spMk id="36" creationId="{81E4341B-A5D0-4509-5D9C-6B8470DBFE42}"/>
          </ac:spMkLst>
        </pc:spChg>
        <pc:spChg chg="del">
          <ac:chgData name="Eduardo S. Cudia" userId="b92cfa08-6a0f-4f25-b35d-cfae148c5175" providerId="ADAL" clId="{6D9934B5-0EAF-41B8-B79C-DD8EAB3C16B5}" dt="2026-07-16T14:43:13.273" v="673" actId="478"/>
          <ac:spMkLst>
            <pc:docMk/>
            <pc:sldMk cId="902203371" sldId="259"/>
            <ac:spMk id="38" creationId="{874AADF3-F6F3-5320-B5A9-F0E24CFD6A81}"/>
          </ac:spMkLst>
        </pc:spChg>
        <pc:spChg chg="mod">
          <ac:chgData name="Eduardo S. Cudia" userId="b92cfa08-6a0f-4f25-b35d-cfae148c5175" providerId="ADAL" clId="{6D9934B5-0EAF-41B8-B79C-DD8EAB3C16B5}" dt="2026-07-16T14:54:58.537" v="1094" actId="208"/>
          <ac:spMkLst>
            <pc:docMk/>
            <pc:sldMk cId="902203371" sldId="259"/>
            <ac:spMk id="39" creationId="{B6979C00-73D4-32E9-E006-1CBE0102525D}"/>
          </ac:spMkLst>
        </pc:spChg>
        <pc:spChg chg="del">
          <ac:chgData name="Eduardo S. Cudia" userId="b92cfa08-6a0f-4f25-b35d-cfae148c5175" providerId="ADAL" clId="{6D9934B5-0EAF-41B8-B79C-DD8EAB3C16B5}" dt="2026-07-16T14:43:13.273" v="673" actId="478"/>
          <ac:spMkLst>
            <pc:docMk/>
            <pc:sldMk cId="902203371" sldId="259"/>
            <ac:spMk id="40" creationId="{A0394D28-8BCF-94E7-B603-1774B0DB3C0B}"/>
          </ac:spMkLst>
        </pc:spChg>
        <pc:spChg chg="add mod">
          <ac:chgData name="Eduardo S. Cudia" userId="b92cfa08-6a0f-4f25-b35d-cfae148c5175" providerId="ADAL" clId="{6D9934B5-0EAF-41B8-B79C-DD8EAB3C16B5}" dt="2026-07-16T14:55:07.950" v="1095" actId="207"/>
          <ac:spMkLst>
            <pc:docMk/>
            <pc:sldMk cId="902203371" sldId="259"/>
            <ac:spMk id="43" creationId="{8947DA67-5A51-B1D1-78BD-822771314DBE}"/>
          </ac:spMkLst>
        </pc:spChg>
        <pc:spChg chg="del">
          <ac:chgData name="Eduardo S. Cudia" userId="b92cfa08-6a0f-4f25-b35d-cfae148c5175" providerId="ADAL" clId="{6D9934B5-0EAF-41B8-B79C-DD8EAB3C16B5}" dt="2026-07-16T14:43:13.273" v="673" actId="478"/>
          <ac:spMkLst>
            <pc:docMk/>
            <pc:sldMk cId="902203371" sldId="259"/>
            <ac:spMk id="44" creationId="{3D014714-6B65-2CD4-177C-BAE02E110333}"/>
          </ac:spMkLst>
        </pc:spChg>
        <pc:spChg chg="mod">
          <ac:chgData name="Eduardo S. Cudia" userId="b92cfa08-6a0f-4f25-b35d-cfae148c5175" providerId="ADAL" clId="{6D9934B5-0EAF-41B8-B79C-DD8EAB3C16B5}" dt="2026-07-16T14:54:18.555" v="1090" actId="1037"/>
          <ac:spMkLst>
            <pc:docMk/>
            <pc:sldMk cId="902203371" sldId="259"/>
            <ac:spMk id="46" creationId="{B089D421-7C94-114F-16D4-A67359C1E5D8}"/>
          </ac:spMkLst>
        </pc:spChg>
        <pc:spChg chg="del">
          <ac:chgData name="Eduardo S. Cudia" userId="b92cfa08-6a0f-4f25-b35d-cfae148c5175" providerId="ADAL" clId="{6D9934B5-0EAF-41B8-B79C-DD8EAB3C16B5}" dt="2026-07-16T14:43:36.642" v="682" actId="478"/>
          <ac:spMkLst>
            <pc:docMk/>
            <pc:sldMk cId="902203371" sldId="259"/>
            <ac:spMk id="48" creationId="{60C8DB7D-2B83-3446-454D-88E03AED48C4}"/>
          </ac:spMkLst>
        </pc:spChg>
        <pc:spChg chg="mod">
          <ac:chgData name="Eduardo S. Cudia" userId="b92cfa08-6a0f-4f25-b35d-cfae148c5175" providerId="ADAL" clId="{6D9934B5-0EAF-41B8-B79C-DD8EAB3C16B5}" dt="2026-07-16T14:55:45.007" v="1099" actId="1076"/>
          <ac:spMkLst>
            <pc:docMk/>
            <pc:sldMk cId="902203371" sldId="259"/>
            <ac:spMk id="49" creationId="{8DC64083-B6FF-FB85-74F8-3E78547F93BE}"/>
          </ac:spMkLst>
        </pc:spChg>
        <pc:spChg chg="add mod">
          <ac:chgData name="Eduardo S. Cudia" userId="b92cfa08-6a0f-4f25-b35d-cfae148c5175" providerId="ADAL" clId="{6D9934B5-0EAF-41B8-B79C-DD8EAB3C16B5}" dt="2026-07-16T14:52:30.184" v="1008" actId="207"/>
          <ac:spMkLst>
            <pc:docMk/>
            <pc:sldMk cId="902203371" sldId="259"/>
            <ac:spMk id="51" creationId="{52F2053A-97E7-8ACF-1AF1-DCE94660953D}"/>
          </ac:spMkLst>
        </pc:spChg>
        <pc:spChg chg="mod">
          <ac:chgData name="Eduardo S. Cudia" userId="b92cfa08-6a0f-4f25-b35d-cfae148c5175" providerId="ADAL" clId="{6D9934B5-0EAF-41B8-B79C-DD8EAB3C16B5}" dt="2026-07-16T14:55:18.718" v="1097" actId="208"/>
          <ac:spMkLst>
            <pc:docMk/>
            <pc:sldMk cId="902203371" sldId="259"/>
            <ac:spMk id="53" creationId="{9B2EB197-4C3F-EFFE-BF09-350D33AB7D86}"/>
          </ac:spMkLst>
        </pc:spChg>
        <pc:spChg chg="add mod">
          <ac:chgData name="Eduardo S. Cudia" userId="b92cfa08-6a0f-4f25-b35d-cfae148c5175" providerId="ADAL" clId="{6D9934B5-0EAF-41B8-B79C-DD8EAB3C16B5}" dt="2026-07-16T14:53:50.291" v="1068" actId="1036"/>
          <ac:spMkLst>
            <pc:docMk/>
            <pc:sldMk cId="902203371" sldId="259"/>
            <ac:spMk id="55" creationId="{E218D993-461C-E8F6-3C7F-4C85DF2DFD85}"/>
          </ac:spMkLst>
        </pc:spChg>
        <pc:spChg chg="mod">
          <ac:chgData name="Eduardo S. Cudia" userId="b92cfa08-6a0f-4f25-b35d-cfae148c5175" providerId="ADAL" clId="{6D9934B5-0EAF-41B8-B79C-DD8EAB3C16B5}" dt="2026-07-16T14:54:18.555" v="1090" actId="1037"/>
          <ac:spMkLst>
            <pc:docMk/>
            <pc:sldMk cId="902203371" sldId="259"/>
            <ac:spMk id="57" creationId="{3838F017-3B00-4B1D-C32F-6154CA94707C}"/>
          </ac:spMkLst>
        </pc:spChg>
        <pc:spChg chg="add mod">
          <ac:chgData name="Eduardo S. Cudia" userId="b92cfa08-6a0f-4f25-b35d-cfae148c5175" providerId="ADAL" clId="{6D9934B5-0EAF-41B8-B79C-DD8EAB3C16B5}" dt="2026-07-16T14:55:47.777" v="1100" actId="1076"/>
          <ac:spMkLst>
            <pc:docMk/>
            <pc:sldMk cId="902203371" sldId="259"/>
            <ac:spMk id="59" creationId="{9F8BEDB2-AC07-A0FB-FBD6-32A73592A1FA}"/>
          </ac:spMkLst>
        </pc:spChg>
        <pc:spChg chg="add mod">
          <ac:chgData name="Eduardo S. Cudia" userId="b92cfa08-6a0f-4f25-b35d-cfae148c5175" providerId="ADAL" clId="{6D9934B5-0EAF-41B8-B79C-DD8EAB3C16B5}" dt="2026-07-16T14:56:17.377" v="1160" actId="1038"/>
          <ac:spMkLst>
            <pc:docMk/>
            <pc:sldMk cId="902203371" sldId="259"/>
            <ac:spMk id="61" creationId="{23D5EAD3-71B4-1533-1190-DF38F9A824F2}"/>
          </ac:spMkLst>
        </pc:spChg>
        <pc:spChg chg="add mod">
          <ac:chgData name="Eduardo S. Cudia" userId="b92cfa08-6a0f-4f25-b35d-cfae148c5175" providerId="ADAL" clId="{6D9934B5-0EAF-41B8-B79C-DD8EAB3C16B5}" dt="2026-07-16T14:56:24.144" v="1161" actId="207"/>
          <ac:spMkLst>
            <pc:docMk/>
            <pc:sldMk cId="902203371" sldId="259"/>
            <ac:spMk id="63" creationId="{E8E723AD-27D4-F4AD-87D4-6EB43B4AE9E8}"/>
          </ac:spMkLst>
        </pc:spChg>
        <pc:spChg chg="add mod">
          <ac:chgData name="Eduardo S. Cudia" userId="b92cfa08-6a0f-4f25-b35d-cfae148c5175" providerId="ADAL" clId="{6D9934B5-0EAF-41B8-B79C-DD8EAB3C16B5}" dt="2026-07-16T14:56:45.134" v="1169" actId="1038"/>
          <ac:spMkLst>
            <pc:docMk/>
            <pc:sldMk cId="902203371" sldId="259"/>
            <ac:spMk id="65" creationId="{509AD637-39D4-50CC-963E-55B7101919C7}"/>
          </ac:spMkLst>
        </pc:spChg>
        <pc:spChg chg="add mod">
          <ac:chgData name="Eduardo S. Cudia" userId="b92cfa08-6a0f-4f25-b35d-cfae148c5175" providerId="ADAL" clId="{6D9934B5-0EAF-41B8-B79C-DD8EAB3C16B5}" dt="2026-07-16T14:56:17.377" v="1160" actId="1038"/>
          <ac:spMkLst>
            <pc:docMk/>
            <pc:sldMk cId="902203371" sldId="259"/>
            <ac:spMk id="67" creationId="{8FFF36FF-272B-EBB3-C5AC-B095017EE145}"/>
          </ac:spMkLst>
        </pc:spChg>
        <pc:spChg chg="mod">
          <ac:chgData name="Eduardo S. Cudia" userId="b92cfa08-6a0f-4f25-b35d-cfae148c5175" providerId="ADAL" clId="{6D9934B5-0EAF-41B8-B79C-DD8EAB3C16B5}" dt="2026-07-16T14:56:26.342" v="1162" actId="207"/>
          <ac:spMkLst>
            <pc:docMk/>
            <pc:sldMk cId="902203371" sldId="259"/>
            <ac:spMk id="69" creationId="{550A7EE5-FE71-FD5A-64D5-B2FA2B6B5DEE}"/>
          </ac:spMkLst>
        </pc:spChg>
        <pc:spChg chg="mod">
          <ac:chgData name="Eduardo S. Cudia" userId="b92cfa08-6a0f-4f25-b35d-cfae148c5175" providerId="ADAL" clId="{6D9934B5-0EAF-41B8-B79C-DD8EAB3C16B5}" dt="2026-07-16T14:56:48.138" v="1170" actId="1076"/>
          <ac:spMkLst>
            <pc:docMk/>
            <pc:sldMk cId="902203371" sldId="259"/>
            <ac:spMk id="71" creationId="{FF9EFBF4-AB73-4736-108E-384316F60FDF}"/>
          </ac:spMkLst>
        </pc:spChg>
        <pc:spChg chg="mod">
          <ac:chgData name="Eduardo S. Cudia" userId="b92cfa08-6a0f-4f25-b35d-cfae148c5175" providerId="ADAL" clId="{6D9934B5-0EAF-41B8-B79C-DD8EAB3C16B5}" dt="2026-07-16T14:56:17.377" v="1160" actId="1038"/>
          <ac:spMkLst>
            <pc:docMk/>
            <pc:sldMk cId="902203371" sldId="259"/>
            <ac:spMk id="73" creationId="{946C0D54-EEE8-D84E-4786-2423467C19DF}"/>
          </ac:spMkLst>
        </pc:spChg>
        <pc:spChg chg="mod">
          <ac:chgData name="Eduardo S. Cudia" userId="b92cfa08-6a0f-4f25-b35d-cfae148c5175" providerId="ADAL" clId="{6D9934B5-0EAF-41B8-B79C-DD8EAB3C16B5}" dt="2026-07-16T14:56:28.240" v="1163" actId="207"/>
          <ac:spMkLst>
            <pc:docMk/>
            <pc:sldMk cId="902203371" sldId="259"/>
            <ac:spMk id="75" creationId="{DDFB4285-621C-0E70-A353-093BAB4BEC9F}"/>
          </ac:spMkLst>
        </pc:spChg>
        <pc:spChg chg="mod">
          <ac:chgData name="Eduardo S. Cudia" userId="b92cfa08-6a0f-4f25-b35d-cfae148c5175" providerId="ADAL" clId="{6D9934B5-0EAF-41B8-B79C-DD8EAB3C16B5}" dt="2026-07-16T14:56:51.091" v="1171" actId="1076"/>
          <ac:spMkLst>
            <pc:docMk/>
            <pc:sldMk cId="902203371" sldId="259"/>
            <ac:spMk id="77" creationId="{57814F5F-33C3-26F6-E43E-6F5D0A3C33E1}"/>
          </ac:spMkLst>
        </pc:spChg>
        <pc:spChg chg="add mod">
          <ac:chgData name="Eduardo S. Cudia" userId="b92cfa08-6a0f-4f25-b35d-cfae148c5175" providerId="ADAL" clId="{6D9934B5-0EAF-41B8-B79C-DD8EAB3C16B5}" dt="2026-07-16T14:56:17.377" v="1160" actId="1038"/>
          <ac:spMkLst>
            <pc:docMk/>
            <pc:sldMk cId="902203371" sldId="259"/>
            <ac:spMk id="79" creationId="{7146F17C-27E8-341C-8213-3E95F7B88219}"/>
          </ac:spMkLst>
        </pc:spChg>
        <pc:spChg chg="mod">
          <ac:chgData name="Eduardo S. Cudia" userId="b92cfa08-6a0f-4f25-b35d-cfae148c5175" providerId="ADAL" clId="{6D9934B5-0EAF-41B8-B79C-DD8EAB3C16B5}" dt="2026-07-16T14:56:30.017" v="1164" actId="207"/>
          <ac:spMkLst>
            <pc:docMk/>
            <pc:sldMk cId="902203371" sldId="259"/>
            <ac:spMk id="81" creationId="{32AB6B4E-E4C1-CA50-EFC0-88CAD3BEA9B2}"/>
          </ac:spMkLst>
        </pc:spChg>
        <pc:spChg chg="mod">
          <ac:chgData name="Eduardo S. Cudia" userId="b92cfa08-6a0f-4f25-b35d-cfae148c5175" providerId="ADAL" clId="{6D9934B5-0EAF-41B8-B79C-DD8EAB3C16B5}" dt="2026-07-16T14:56:54.585" v="1172" actId="1076"/>
          <ac:spMkLst>
            <pc:docMk/>
            <pc:sldMk cId="902203371" sldId="259"/>
            <ac:spMk id="83" creationId="{889FA308-A188-0065-8710-11331E69DF78}"/>
          </ac:spMkLst>
        </pc:spChg>
      </pc:sldChg>
      <pc:sldChg chg="addSp delSp modSp mod">
        <pc:chgData name="Eduardo S. Cudia" userId="b92cfa08-6a0f-4f25-b35d-cfae148c5175" providerId="ADAL" clId="{6D9934B5-0EAF-41B8-B79C-DD8EAB3C16B5}" dt="2026-07-16T17:02:06.969" v="2310" actId="113"/>
        <pc:sldMkLst>
          <pc:docMk/>
          <pc:sldMk cId="2304336064" sldId="260"/>
        </pc:sldMkLst>
        <pc:spChg chg="del mod">
          <ac:chgData name="Eduardo S. Cudia" userId="b92cfa08-6a0f-4f25-b35d-cfae148c5175" providerId="ADAL" clId="{6D9934B5-0EAF-41B8-B79C-DD8EAB3C16B5}" dt="2026-07-16T14:43:39.851" v="683" actId="478"/>
          <ac:spMkLst>
            <pc:docMk/>
            <pc:sldMk cId="2304336064" sldId="260"/>
            <ac:spMk id="3" creationId="{C7515D2B-B0B1-AD53-320D-84C0F7EECDAD}"/>
          </ac:spMkLst>
        </pc:spChg>
        <pc:spChg chg="add">
          <ac:chgData name="Eduardo S. Cudia" userId="b92cfa08-6a0f-4f25-b35d-cfae148c5175" providerId="ADAL" clId="{6D9934B5-0EAF-41B8-B79C-DD8EAB3C16B5}" dt="2026-07-16T14:44:17.890" v="715" actId="22"/>
          <ac:spMkLst>
            <pc:docMk/>
            <pc:sldMk cId="2304336064" sldId="260"/>
            <ac:spMk id="4" creationId="{BE128B0D-3AA5-ABBF-3E96-6E8B2610031A}"/>
          </ac:spMkLst>
        </pc:spChg>
        <pc:spChg chg="del">
          <ac:chgData name="Eduardo S. Cudia" userId="b92cfa08-6a0f-4f25-b35d-cfae148c5175" providerId="ADAL" clId="{6D9934B5-0EAF-41B8-B79C-DD8EAB3C16B5}" dt="2026-07-16T14:43:39.851" v="683" actId="478"/>
          <ac:spMkLst>
            <pc:docMk/>
            <pc:sldMk cId="2304336064" sldId="260"/>
            <ac:spMk id="5" creationId="{109D4577-3D63-D49A-4345-BD4C4A251DDD}"/>
          </ac:spMkLst>
        </pc:spChg>
        <pc:spChg chg="del mod">
          <ac:chgData name="Eduardo S. Cudia" userId="b92cfa08-6a0f-4f25-b35d-cfae148c5175" providerId="ADAL" clId="{6D9934B5-0EAF-41B8-B79C-DD8EAB3C16B5}" dt="2026-07-16T14:43:39.851" v="683" actId="478"/>
          <ac:spMkLst>
            <pc:docMk/>
            <pc:sldMk cId="2304336064" sldId="260"/>
            <ac:spMk id="7" creationId="{7E56830B-2D97-FDDB-4B78-D24F6E538EAC}"/>
          </ac:spMkLst>
        </pc:spChg>
        <pc:spChg chg="mod">
          <ac:chgData name="Eduardo S. Cudia" userId="b92cfa08-6a0f-4f25-b35d-cfae148c5175" providerId="ADAL" clId="{6D9934B5-0EAF-41B8-B79C-DD8EAB3C16B5}" dt="2026-07-16T15:21:14.572" v="1639" actId="207"/>
          <ac:spMkLst>
            <pc:docMk/>
            <pc:sldMk cId="2304336064" sldId="260"/>
            <ac:spMk id="9" creationId="{D864A2B7-A78A-3944-94F1-853C6E09357B}"/>
          </ac:spMkLst>
        </pc:spChg>
        <pc:spChg chg="mod">
          <ac:chgData name="Eduardo S. Cudia" userId="b92cfa08-6a0f-4f25-b35d-cfae148c5175" providerId="ADAL" clId="{6D9934B5-0EAF-41B8-B79C-DD8EAB3C16B5}" dt="2026-07-16T15:17:49.359" v="1569" actId="207"/>
          <ac:spMkLst>
            <pc:docMk/>
            <pc:sldMk cId="2304336064" sldId="260"/>
            <ac:spMk id="11" creationId="{4B4D6EFD-4D85-B985-F5ED-D328851E5AF1}"/>
          </ac:spMkLst>
        </pc:spChg>
        <pc:spChg chg="del">
          <ac:chgData name="Eduardo S. Cudia" userId="b92cfa08-6a0f-4f25-b35d-cfae148c5175" providerId="ADAL" clId="{6D9934B5-0EAF-41B8-B79C-DD8EAB3C16B5}" dt="2026-07-16T14:43:39.851" v="683" actId="478"/>
          <ac:spMkLst>
            <pc:docMk/>
            <pc:sldMk cId="2304336064" sldId="260"/>
            <ac:spMk id="12" creationId="{D66F658E-3DF5-CC6C-EE76-09E9F55B7104}"/>
          </ac:spMkLst>
        </pc:spChg>
        <pc:spChg chg="mod">
          <ac:chgData name="Eduardo S. Cudia" userId="b92cfa08-6a0f-4f25-b35d-cfae148c5175" providerId="ADAL" clId="{6D9934B5-0EAF-41B8-B79C-DD8EAB3C16B5}" dt="2026-07-16T15:19:10.725" v="1616" actId="20577"/>
          <ac:spMkLst>
            <pc:docMk/>
            <pc:sldMk cId="2304336064" sldId="260"/>
            <ac:spMk id="15" creationId="{E60AA3D4-F265-6795-2892-88157B276DE1}"/>
          </ac:spMkLst>
        </pc:spChg>
        <pc:spChg chg="mod">
          <ac:chgData name="Eduardo S. Cudia" userId="b92cfa08-6a0f-4f25-b35d-cfae148c5175" providerId="ADAL" clId="{6D9934B5-0EAF-41B8-B79C-DD8EAB3C16B5}" dt="2026-07-15T16:17:16.707" v="59" actId="404"/>
          <ac:spMkLst>
            <pc:docMk/>
            <pc:sldMk cId="2304336064" sldId="260"/>
            <ac:spMk id="16" creationId="{6E24F7A4-7AC9-FA2C-3684-2D5F42CBE386}"/>
          </ac:spMkLst>
        </pc:spChg>
        <pc:spChg chg="mod">
          <ac:chgData name="Eduardo S. Cudia" userId="b92cfa08-6a0f-4f25-b35d-cfae148c5175" providerId="ADAL" clId="{6D9934B5-0EAF-41B8-B79C-DD8EAB3C16B5}" dt="2026-07-15T16:16:31.190" v="25" actId="1076"/>
          <ac:spMkLst>
            <pc:docMk/>
            <pc:sldMk cId="2304336064" sldId="260"/>
            <ac:spMk id="22" creationId="{FBC69EA1-D478-1B2D-6ED1-C6C419809421}"/>
          </ac:spMkLst>
        </pc:spChg>
        <pc:spChg chg="mod">
          <ac:chgData name="Eduardo S. Cudia" userId="b92cfa08-6a0f-4f25-b35d-cfae148c5175" providerId="ADAL" clId="{6D9934B5-0EAF-41B8-B79C-DD8EAB3C16B5}" dt="2026-07-16T15:18:54.374" v="1595" actId="255"/>
          <ac:spMkLst>
            <pc:docMk/>
            <pc:sldMk cId="2304336064" sldId="260"/>
            <ac:spMk id="23" creationId="{14BC98F5-1F87-92AE-739D-A5CD7A004DDA}"/>
          </ac:spMkLst>
        </pc:spChg>
        <pc:spChg chg="mod">
          <ac:chgData name="Eduardo S. Cudia" userId="b92cfa08-6a0f-4f25-b35d-cfae148c5175" providerId="ADAL" clId="{6D9934B5-0EAF-41B8-B79C-DD8EAB3C16B5}" dt="2026-07-15T16:17:16.707" v="59" actId="404"/>
          <ac:spMkLst>
            <pc:docMk/>
            <pc:sldMk cId="2304336064" sldId="260"/>
            <ac:spMk id="24" creationId="{82D4702D-ABC9-5CB2-2C51-52D04D79D131}"/>
          </ac:spMkLst>
        </pc:spChg>
        <pc:spChg chg="mod">
          <ac:chgData name="Eduardo S. Cudia" userId="b92cfa08-6a0f-4f25-b35d-cfae148c5175" providerId="ADAL" clId="{6D9934B5-0EAF-41B8-B79C-DD8EAB3C16B5}" dt="2026-07-15T16:17:16.707" v="59" actId="404"/>
          <ac:spMkLst>
            <pc:docMk/>
            <pc:sldMk cId="2304336064" sldId="260"/>
            <ac:spMk id="26" creationId="{1E55C100-44F4-5B64-D5BA-93ADA68674A9}"/>
          </ac:spMkLst>
        </pc:spChg>
        <pc:spChg chg="mod">
          <ac:chgData name="Eduardo S. Cudia" userId="b92cfa08-6a0f-4f25-b35d-cfae148c5175" providerId="ADAL" clId="{6D9934B5-0EAF-41B8-B79C-DD8EAB3C16B5}" dt="2026-07-16T17:02:06.969" v="2310" actId="113"/>
          <ac:spMkLst>
            <pc:docMk/>
            <pc:sldMk cId="2304336064" sldId="260"/>
            <ac:spMk id="31" creationId="{04D73534-36A0-03CA-F989-59F27C8CE7AF}"/>
          </ac:spMkLst>
        </pc:spChg>
        <pc:spChg chg="mod">
          <ac:chgData name="Eduardo S. Cudia" userId="b92cfa08-6a0f-4f25-b35d-cfae148c5175" providerId="ADAL" clId="{6D9934B5-0EAF-41B8-B79C-DD8EAB3C16B5}" dt="2026-07-15T16:17:16.707" v="59" actId="404"/>
          <ac:spMkLst>
            <pc:docMk/>
            <pc:sldMk cId="2304336064" sldId="260"/>
            <ac:spMk id="34" creationId="{BCCC7C0D-9FA1-6DEC-DD3F-EE66E7DDDDA0}"/>
          </ac:spMkLst>
        </pc:spChg>
        <pc:spChg chg="mod">
          <ac:chgData name="Eduardo S. Cudia" userId="b92cfa08-6a0f-4f25-b35d-cfae148c5175" providerId="ADAL" clId="{6D9934B5-0EAF-41B8-B79C-DD8EAB3C16B5}" dt="2026-07-16T15:18:43.545" v="1589" actId="403"/>
          <ac:spMkLst>
            <pc:docMk/>
            <pc:sldMk cId="2304336064" sldId="260"/>
            <ac:spMk id="35" creationId="{001DF740-5EB1-7411-D01D-92DF1DB64FDC}"/>
          </ac:spMkLst>
        </pc:spChg>
        <pc:spChg chg="mod">
          <ac:chgData name="Eduardo S. Cudia" userId="b92cfa08-6a0f-4f25-b35d-cfae148c5175" providerId="ADAL" clId="{6D9934B5-0EAF-41B8-B79C-DD8EAB3C16B5}" dt="2026-07-15T16:17:16.707" v="59" actId="404"/>
          <ac:spMkLst>
            <pc:docMk/>
            <pc:sldMk cId="2304336064" sldId="260"/>
            <ac:spMk id="40" creationId="{5F6C84DC-F01A-7B87-58A1-520566CCC094}"/>
          </ac:spMkLst>
        </pc:spChg>
        <pc:spChg chg="mod">
          <ac:chgData name="Eduardo S. Cudia" userId="b92cfa08-6a0f-4f25-b35d-cfae148c5175" providerId="ADAL" clId="{6D9934B5-0EAF-41B8-B79C-DD8EAB3C16B5}" dt="2026-07-16T17:02:06.969" v="2310" actId="113"/>
          <ac:spMkLst>
            <pc:docMk/>
            <pc:sldMk cId="2304336064" sldId="260"/>
            <ac:spMk id="43" creationId="{DF75E874-3708-4A01-B069-85C931363EBA}"/>
          </ac:spMkLst>
        </pc:spChg>
        <pc:spChg chg="mod">
          <ac:chgData name="Eduardo S. Cudia" userId="b92cfa08-6a0f-4f25-b35d-cfae148c5175" providerId="ADAL" clId="{6D9934B5-0EAF-41B8-B79C-DD8EAB3C16B5}" dt="2026-07-16T15:18:43.545" v="1589" actId="403"/>
          <ac:spMkLst>
            <pc:docMk/>
            <pc:sldMk cId="2304336064" sldId="260"/>
            <ac:spMk id="47" creationId="{13BDFD8D-5C55-6FCC-6BEF-00286FD49848}"/>
          </ac:spMkLst>
        </pc:spChg>
        <pc:spChg chg="mod">
          <ac:chgData name="Eduardo S. Cudia" userId="b92cfa08-6a0f-4f25-b35d-cfae148c5175" providerId="ADAL" clId="{6D9934B5-0EAF-41B8-B79C-DD8EAB3C16B5}" dt="2026-07-15T16:17:16.707" v="59" actId="404"/>
          <ac:spMkLst>
            <pc:docMk/>
            <pc:sldMk cId="2304336064" sldId="260"/>
            <ac:spMk id="52" creationId="{C04C8885-0332-D25D-7C3B-C03201825EA5}"/>
          </ac:spMkLst>
        </pc:spChg>
        <pc:spChg chg="mod">
          <ac:chgData name="Eduardo S. Cudia" userId="b92cfa08-6a0f-4f25-b35d-cfae148c5175" providerId="ADAL" clId="{6D9934B5-0EAF-41B8-B79C-DD8EAB3C16B5}" dt="2026-07-16T17:02:06.969" v="2310" actId="113"/>
          <ac:spMkLst>
            <pc:docMk/>
            <pc:sldMk cId="2304336064" sldId="260"/>
            <ac:spMk id="55" creationId="{313FCB16-0BD2-F9D4-26C3-DC75B8F8E13B}"/>
          </ac:spMkLst>
        </pc:spChg>
        <pc:spChg chg="mod">
          <ac:chgData name="Eduardo S. Cudia" userId="b92cfa08-6a0f-4f25-b35d-cfae148c5175" providerId="ADAL" clId="{6D9934B5-0EAF-41B8-B79C-DD8EAB3C16B5}" dt="2026-07-15T16:17:16.707" v="59" actId="404"/>
          <ac:spMkLst>
            <pc:docMk/>
            <pc:sldMk cId="2304336064" sldId="260"/>
            <ac:spMk id="56" creationId="{0B93B937-ADE4-D69F-C34C-E471DA74F692}"/>
          </ac:spMkLst>
        </pc:spChg>
        <pc:spChg chg="mod">
          <ac:chgData name="Eduardo S. Cudia" userId="b92cfa08-6a0f-4f25-b35d-cfae148c5175" providerId="ADAL" clId="{6D9934B5-0EAF-41B8-B79C-DD8EAB3C16B5}" dt="2026-07-15T16:17:16.707" v="59" actId="404"/>
          <ac:spMkLst>
            <pc:docMk/>
            <pc:sldMk cId="2304336064" sldId="260"/>
            <ac:spMk id="58" creationId="{EDA65228-80D2-3FA7-5772-41F7FBDB958C}"/>
          </ac:spMkLst>
        </pc:spChg>
        <pc:spChg chg="mod">
          <ac:chgData name="Eduardo S. Cudia" userId="b92cfa08-6a0f-4f25-b35d-cfae148c5175" providerId="ADAL" clId="{6D9934B5-0EAF-41B8-B79C-DD8EAB3C16B5}" dt="2026-07-16T15:18:43.545" v="1589" actId="403"/>
          <ac:spMkLst>
            <pc:docMk/>
            <pc:sldMk cId="2304336064" sldId="260"/>
            <ac:spMk id="59" creationId="{25B311C0-DD0B-8745-1B79-245F965A196E}"/>
          </ac:spMkLst>
        </pc:spChg>
        <pc:spChg chg="mod">
          <ac:chgData name="Eduardo S. Cudia" userId="b92cfa08-6a0f-4f25-b35d-cfae148c5175" providerId="ADAL" clId="{6D9934B5-0EAF-41B8-B79C-DD8EAB3C16B5}" dt="2026-07-15T16:17:16.707" v="59" actId="404"/>
          <ac:spMkLst>
            <pc:docMk/>
            <pc:sldMk cId="2304336064" sldId="260"/>
            <ac:spMk id="60" creationId="{6813F2A3-D9C8-5F55-A43B-4C3D026FEB7C}"/>
          </ac:spMkLst>
        </pc:spChg>
        <pc:spChg chg="mod">
          <ac:chgData name="Eduardo S. Cudia" userId="b92cfa08-6a0f-4f25-b35d-cfae148c5175" providerId="ADAL" clId="{6D9934B5-0EAF-41B8-B79C-DD8EAB3C16B5}" dt="2026-07-15T16:17:16.707" v="59" actId="404"/>
          <ac:spMkLst>
            <pc:docMk/>
            <pc:sldMk cId="2304336064" sldId="260"/>
            <ac:spMk id="64" creationId="{3BACF08C-E98F-EC68-5B3D-BCB08C151441}"/>
          </ac:spMkLst>
        </pc:spChg>
        <pc:spChg chg="mod">
          <ac:chgData name="Eduardo S. Cudia" userId="b92cfa08-6a0f-4f25-b35d-cfae148c5175" providerId="ADAL" clId="{6D9934B5-0EAF-41B8-B79C-DD8EAB3C16B5}" dt="2026-07-16T17:02:06.969" v="2310" actId="113"/>
          <ac:spMkLst>
            <pc:docMk/>
            <pc:sldMk cId="2304336064" sldId="260"/>
            <ac:spMk id="67" creationId="{CA8478DD-232D-0109-35B6-813E6CEC9406}"/>
          </ac:spMkLst>
        </pc:spChg>
        <pc:spChg chg="mod">
          <ac:chgData name="Eduardo S. Cudia" userId="b92cfa08-6a0f-4f25-b35d-cfae148c5175" providerId="ADAL" clId="{6D9934B5-0EAF-41B8-B79C-DD8EAB3C16B5}" dt="2026-07-16T15:18:43.545" v="1589" actId="403"/>
          <ac:spMkLst>
            <pc:docMk/>
            <pc:sldMk cId="2304336064" sldId="260"/>
            <ac:spMk id="71" creationId="{231FC0A8-AC3E-C86C-3692-996F500A4FE1}"/>
          </ac:spMkLst>
        </pc:spChg>
        <pc:spChg chg="del">
          <ac:chgData name="Eduardo S. Cudia" userId="b92cfa08-6a0f-4f25-b35d-cfae148c5175" providerId="ADAL" clId="{6D9934B5-0EAF-41B8-B79C-DD8EAB3C16B5}" dt="2026-07-16T14:43:39.851" v="683" actId="478"/>
          <ac:spMkLst>
            <pc:docMk/>
            <pc:sldMk cId="2304336064" sldId="260"/>
            <ac:spMk id="74" creationId="{45D1C2C3-46AC-AEBC-7F0D-3359F51E210C}"/>
          </ac:spMkLst>
        </pc:spChg>
        <pc:spChg chg="add mod">
          <ac:chgData name="Eduardo S. Cudia" userId="b92cfa08-6a0f-4f25-b35d-cfae148c5175" providerId="ADAL" clId="{6D9934B5-0EAF-41B8-B79C-DD8EAB3C16B5}" dt="2026-07-16T15:19:56.325" v="1624" actId="207"/>
          <ac:spMkLst>
            <pc:docMk/>
            <pc:sldMk cId="2304336064" sldId="260"/>
            <ac:spMk id="75" creationId="{EB3D39FA-0F9C-AB19-36CC-D796651CFBBE}"/>
          </ac:spMkLst>
        </pc:spChg>
        <pc:spChg chg="del mod">
          <ac:chgData name="Eduardo S. Cudia" userId="b92cfa08-6a0f-4f25-b35d-cfae148c5175" providerId="ADAL" clId="{6D9934B5-0EAF-41B8-B79C-DD8EAB3C16B5}" dt="2026-07-16T14:43:39.851" v="683" actId="478"/>
          <ac:spMkLst>
            <pc:docMk/>
            <pc:sldMk cId="2304336064" sldId="260"/>
            <ac:spMk id="76" creationId="{52148C5D-2851-0068-DA92-B0B008A02455}"/>
          </ac:spMkLst>
        </pc:spChg>
        <pc:spChg chg="del">
          <ac:chgData name="Eduardo S. Cudia" userId="b92cfa08-6a0f-4f25-b35d-cfae148c5175" providerId="ADAL" clId="{6D9934B5-0EAF-41B8-B79C-DD8EAB3C16B5}" dt="2026-07-16T14:43:39.851" v="683" actId="478"/>
          <ac:spMkLst>
            <pc:docMk/>
            <pc:sldMk cId="2304336064" sldId="260"/>
            <ac:spMk id="78" creationId="{14BA172D-3EFF-D0FD-E5D9-E4F7DA6FA95C}"/>
          </ac:spMkLst>
        </pc:spChg>
        <pc:spChg chg="mod">
          <ac:chgData name="Eduardo S. Cudia" userId="b92cfa08-6a0f-4f25-b35d-cfae148c5175" providerId="ADAL" clId="{6D9934B5-0EAF-41B8-B79C-DD8EAB3C16B5}" dt="2026-07-16T15:19:59.284" v="1625" actId="207"/>
          <ac:spMkLst>
            <pc:docMk/>
            <pc:sldMk cId="2304336064" sldId="260"/>
            <ac:spMk id="80" creationId="{E178D073-A9CE-6F3C-67AF-0588F3FB31D4}"/>
          </ac:spMkLst>
        </pc:spChg>
        <pc:spChg chg="mod">
          <ac:chgData name="Eduardo S. Cudia" userId="b92cfa08-6a0f-4f25-b35d-cfae148c5175" providerId="ADAL" clId="{6D9934B5-0EAF-41B8-B79C-DD8EAB3C16B5}" dt="2026-07-16T15:19:48.061" v="1623" actId="1076"/>
          <ac:spMkLst>
            <pc:docMk/>
            <pc:sldMk cId="2304336064" sldId="260"/>
            <ac:spMk id="82" creationId="{9458D2DE-A0B8-6E62-4BEB-0042AFA80645}"/>
          </ac:spMkLst>
        </pc:spChg>
        <pc:spChg chg="mod">
          <ac:chgData name="Eduardo S. Cudia" userId="b92cfa08-6a0f-4f25-b35d-cfae148c5175" providerId="ADAL" clId="{6D9934B5-0EAF-41B8-B79C-DD8EAB3C16B5}" dt="2026-07-16T15:19:56.325" v="1624" actId="207"/>
          <ac:spMkLst>
            <pc:docMk/>
            <pc:sldMk cId="2304336064" sldId="260"/>
            <ac:spMk id="84" creationId="{33D0BA29-2E85-31E8-E3E3-586262A13286}"/>
          </ac:spMkLst>
        </pc:spChg>
        <pc:spChg chg="mod">
          <ac:chgData name="Eduardo S. Cudia" userId="b92cfa08-6a0f-4f25-b35d-cfae148c5175" providerId="ADAL" clId="{6D9934B5-0EAF-41B8-B79C-DD8EAB3C16B5}" dt="2026-07-16T15:19:56.325" v="1624" actId="207"/>
          <ac:spMkLst>
            <pc:docMk/>
            <pc:sldMk cId="2304336064" sldId="260"/>
            <ac:spMk id="88" creationId="{C5812EB9-7CF9-5303-B987-6298E46B2AF0}"/>
          </ac:spMkLst>
        </pc:spChg>
        <pc:spChg chg="mod">
          <ac:chgData name="Eduardo S. Cudia" userId="b92cfa08-6a0f-4f25-b35d-cfae148c5175" providerId="ADAL" clId="{6D9934B5-0EAF-41B8-B79C-DD8EAB3C16B5}" dt="2026-07-16T15:19:28.482" v="1619" actId="255"/>
          <ac:spMkLst>
            <pc:docMk/>
            <pc:sldMk cId="2304336064" sldId="260"/>
            <ac:spMk id="90" creationId="{F067BDE2-CEAD-7D77-8155-3315BD88AACA}"/>
          </ac:spMkLst>
        </pc:spChg>
        <pc:spChg chg="mod">
          <ac:chgData name="Eduardo S. Cudia" userId="b92cfa08-6a0f-4f25-b35d-cfae148c5175" providerId="ADAL" clId="{6D9934B5-0EAF-41B8-B79C-DD8EAB3C16B5}" dt="2026-07-16T15:19:56.325" v="1624" actId="207"/>
          <ac:spMkLst>
            <pc:docMk/>
            <pc:sldMk cId="2304336064" sldId="260"/>
            <ac:spMk id="92" creationId="{073FCD33-2BDD-00D7-D23D-E0392E23D2F2}"/>
          </ac:spMkLst>
        </pc:spChg>
        <pc:spChg chg="add mod">
          <ac:chgData name="Eduardo S. Cudia" userId="b92cfa08-6a0f-4f25-b35d-cfae148c5175" providerId="ADAL" clId="{6D9934B5-0EAF-41B8-B79C-DD8EAB3C16B5}" dt="2026-07-16T15:19:00.910" v="1608" actId="1036"/>
          <ac:spMkLst>
            <pc:docMk/>
            <pc:sldMk cId="2304336064" sldId="260"/>
            <ac:spMk id="94" creationId="{07CD821A-AE82-18D7-86F9-B0BA3E64038F}"/>
          </ac:spMkLst>
        </pc:spChg>
        <pc:spChg chg="mod">
          <ac:chgData name="Eduardo S. Cudia" userId="b92cfa08-6a0f-4f25-b35d-cfae148c5175" providerId="ADAL" clId="{6D9934B5-0EAF-41B8-B79C-DD8EAB3C16B5}" dt="2026-07-16T15:19:28.482" v="1619" actId="255"/>
          <ac:spMkLst>
            <pc:docMk/>
            <pc:sldMk cId="2304336064" sldId="260"/>
            <ac:spMk id="96" creationId="{D8E62D58-0C07-9C85-89BA-DC9017472403}"/>
          </ac:spMkLst>
        </pc:spChg>
        <pc:spChg chg="add mod">
          <ac:chgData name="Eduardo S. Cudia" userId="b92cfa08-6a0f-4f25-b35d-cfae148c5175" providerId="ADAL" clId="{6D9934B5-0EAF-41B8-B79C-DD8EAB3C16B5}" dt="2026-07-16T15:19:00.910" v="1608" actId="1036"/>
          <ac:spMkLst>
            <pc:docMk/>
            <pc:sldMk cId="2304336064" sldId="260"/>
            <ac:spMk id="98" creationId="{04334A86-8324-5B35-EC82-583FFD89F825}"/>
          </ac:spMkLst>
        </pc:spChg>
        <pc:spChg chg="add mod">
          <ac:chgData name="Eduardo S. Cudia" userId="b92cfa08-6a0f-4f25-b35d-cfae148c5175" providerId="ADAL" clId="{6D9934B5-0EAF-41B8-B79C-DD8EAB3C16B5}" dt="2026-07-16T15:19:00.910" v="1608" actId="1036"/>
          <ac:spMkLst>
            <pc:docMk/>
            <pc:sldMk cId="2304336064" sldId="260"/>
            <ac:spMk id="102" creationId="{CF99B7FF-0833-6DAF-7154-F05AF9CDE61D}"/>
          </ac:spMkLst>
        </pc:spChg>
        <pc:spChg chg="mod">
          <ac:chgData name="Eduardo S. Cudia" userId="b92cfa08-6a0f-4f25-b35d-cfae148c5175" providerId="ADAL" clId="{6D9934B5-0EAF-41B8-B79C-DD8EAB3C16B5}" dt="2026-07-16T15:19:42.871" v="1621" actId="208"/>
          <ac:spMkLst>
            <pc:docMk/>
            <pc:sldMk cId="2304336064" sldId="260"/>
            <ac:spMk id="110" creationId="{AF4A1B57-C154-5ADE-775E-C0DF755E8764}"/>
          </ac:spMkLst>
        </pc:spChg>
        <pc:spChg chg="mod">
          <ac:chgData name="Eduardo S. Cudia" userId="b92cfa08-6a0f-4f25-b35d-cfae148c5175" providerId="ADAL" clId="{6D9934B5-0EAF-41B8-B79C-DD8EAB3C16B5}" dt="2026-07-16T15:19:42.871" v="1621" actId="208"/>
          <ac:spMkLst>
            <pc:docMk/>
            <pc:sldMk cId="2304336064" sldId="260"/>
            <ac:spMk id="114" creationId="{CBA933CD-DD00-61FE-CB21-95B303E80ED3}"/>
          </ac:spMkLst>
        </pc:spChg>
        <pc:spChg chg="add mod">
          <ac:chgData name="Eduardo S. Cudia" userId="b92cfa08-6a0f-4f25-b35d-cfae148c5175" providerId="ADAL" clId="{6D9934B5-0EAF-41B8-B79C-DD8EAB3C16B5}" dt="2026-07-16T15:19:00.910" v="1608" actId="1036"/>
          <ac:spMkLst>
            <pc:docMk/>
            <pc:sldMk cId="2304336064" sldId="260"/>
            <ac:spMk id="116" creationId="{53B39C62-3E55-9B4D-2A1B-CC61ED4E5E5C}"/>
          </ac:spMkLst>
        </pc:spChg>
        <pc:spChg chg="mod">
          <ac:chgData name="Eduardo S. Cudia" userId="b92cfa08-6a0f-4f25-b35d-cfae148c5175" providerId="ADAL" clId="{6D9934B5-0EAF-41B8-B79C-DD8EAB3C16B5}" dt="2026-07-16T15:19:42.871" v="1621" actId="208"/>
          <ac:spMkLst>
            <pc:docMk/>
            <pc:sldMk cId="2304336064" sldId="260"/>
            <ac:spMk id="118" creationId="{C303228F-4862-58E0-44DB-5EC1CA5DEAF7}"/>
          </ac:spMkLst>
        </pc:spChg>
        <pc:spChg chg="add mod">
          <ac:chgData name="Eduardo S. Cudia" userId="b92cfa08-6a0f-4f25-b35d-cfae148c5175" providerId="ADAL" clId="{6D9934B5-0EAF-41B8-B79C-DD8EAB3C16B5}" dt="2026-07-16T15:19:00.910" v="1608" actId="1036"/>
          <ac:spMkLst>
            <pc:docMk/>
            <pc:sldMk cId="2304336064" sldId="260"/>
            <ac:spMk id="120" creationId="{5469DD8A-1C09-D2DA-CA25-D9D7847A2DB0}"/>
          </ac:spMkLst>
        </pc:spChg>
        <pc:spChg chg="add mod">
          <ac:chgData name="Eduardo S. Cudia" userId="b92cfa08-6a0f-4f25-b35d-cfae148c5175" providerId="ADAL" clId="{6D9934B5-0EAF-41B8-B79C-DD8EAB3C16B5}" dt="2026-07-16T15:19:42.871" v="1621" actId="208"/>
          <ac:spMkLst>
            <pc:docMk/>
            <pc:sldMk cId="2304336064" sldId="260"/>
            <ac:spMk id="122" creationId="{4ED3C837-EF45-146D-9C98-297D8777F3A4}"/>
          </ac:spMkLst>
        </pc:spChg>
        <pc:spChg chg="add mod">
          <ac:chgData name="Eduardo S. Cudia" userId="b92cfa08-6a0f-4f25-b35d-cfae148c5175" providerId="ADAL" clId="{6D9934B5-0EAF-41B8-B79C-DD8EAB3C16B5}" dt="2026-07-16T15:19:28.482" v="1619" actId="255"/>
          <ac:spMkLst>
            <pc:docMk/>
            <pc:sldMk cId="2304336064" sldId="260"/>
            <ac:spMk id="126" creationId="{CF42406A-D47A-C1A6-17F7-D1571C2C6360}"/>
          </ac:spMkLst>
        </pc:spChg>
        <pc:spChg chg="mod">
          <ac:chgData name="Eduardo S. Cudia" userId="b92cfa08-6a0f-4f25-b35d-cfae148c5175" providerId="ADAL" clId="{6D9934B5-0EAF-41B8-B79C-DD8EAB3C16B5}" dt="2026-07-16T15:19:28.482" v="1619" actId="255"/>
          <ac:spMkLst>
            <pc:docMk/>
            <pc:sldMk cId="2304336064" sldId="260"/>
            <ac:spMk id="134" creationId="{E1B3441B-AF45-28A4-D115-4CCE52DDF5BF}"/>
          </ac:spMkLst>
        </pc:spChg>
        <pc:spChg chg="add mod">
          <ac:chgData name="Eduardo S. Cudia" userId="b92cfa08-6a0f-4f25-b35d-cfae148c5175" providerId="ADAL" clId="{6D9934B5-0EAF-41B8-B79C-DD8EAB3C16B5}" dt="2026-07-16T15:19:00.910" v="1608" actId="1036"/>
          <ac:spMkLst>
            <pc:docMk/>
            <pc:sldMk cId="2304336064" sldId="260"/>
            <ac:spMk id="136" creationId="{504D362D-A15A-E04A-9236-9835E061FE9F}"/>
          </ac:spMkLst>
        </pc:spChg>
        <pc:spChg chg="mod">
          <ac:chgData name="Eduardo S. Cudia" userId="b92cfa08-6a0f-4f25-b35d-cfae148c5175" providerId="ADAL" clId="{6D9934B5-0EAF-41B8-B79C-DD8EAB3C16B5}" dt="2026-07-16T15:19:28.482" v="1619" actId="255"/>
          <ac:spMkLst>
            <pc:docMk/>
            <pc:sldMk cId="2304336064" sldId="260"/>
            <ac:spMk id="138" creationId="{C42F6A87-2123-DF4B-11BA-2219A2183EDF}"/>
          </ac:spMkLst>
        </pc:spChg>
        <pc:spChg chg="mod">
          <ac:chgData name="Eduardo S. Cudia" userId="b92cfa08-6a0f-4f25-b35d-cfae148c5175" providerId="ADAL" clId="{6D9934B5-0EAF-41B8-B79C-DD8EAB3C16B5}" dt="2026-07-16T15:19:28.482" v="1619" actId="255"/>
          <ac:spMkLst>
            <pc:docMk/>
            <pc:sldMk cId="2304336064" sldId="260"/>
            <ac:spMk id="140" creationId="{C35D4567-5CDA-91EA-163F-F1BD6FB7298A}"/>
          </ac:spMkLst>
        </pc:spChg>
        <pc:spChg chg="mod">
          <ac:chgData name="Eduardo S. Cudia" userId="b92cfa08-6a0f-4f25-b35d-cfae148c5175" providerId="ADAL" clId="{6D9934B5-0EAF-41B8-B79C-DD8EAB3C16B5}" dt="2026-07-16T15:19:28.482" v="1619" actId="255"/>
          <ac:spMkLst>
            <pc:docMk/>
            <pc:sldMk cId="2304336064" sldId="260"/>
            <ac:spMk id="144" creationId="{A1D47A8C-0ACA-74C6-64F1-6E23B4E886E9}"/>
          </ac:spMkLst>
        </pc:spChg>
        <pc:spChg chg="add mod">
          <ac:chgData name="Eduardo S. Cudia" userId="b92cfa08-6a0f-4f25-b35d-cfae148c5175" providerId="ADAL" clId="{6D9934B5-0EAF-41B8-B79C-DD8EAB3C16B5}" dt="2026-07-16T15:19:00.910" v="1608" actId="1036"/>
          <ac:spMkLst>
            <pc:docMk/>
            <pc:sldMk cId="2304336064" sldId="260"/>
            <ac:spMk id="146" creationId="{192AA015-243C-929A-6AE0-2A2FAD0B7F19}"/>
          </ac:spMkLst>
        </pc:spChg>
        <pc:spChg chg="mod">
          <ac:chgData name="Eduardo S. Cudia" userId="b92cfa08-6a0f-4f25-b35d-cfae148c5175" providerId="ADAL" clId="{6D9934B5-0EAF-41B8-B79C-DD8EAB3C16B5}" dt="2026-07-16T15:19:28.482" v="1619" actId="255"/>
          <ac:spMkLst>
            <pc:docMk/>
            <pc:sldMk cId="2304336064" sldId="260"/>
            <ac:spMk id="152" creationId="{ECC948D1-74CD-FCA0-1034-66B48315FC69}"/>
          </ac:spMkLst>
        </pc:spChg>
        <pc:spChg chg="mod">
          <ac:chgData name="Eduardo S. Cudia" userId="b92cfa08-6a0f-4f25-b35d-cfae148c5175" providerId="ADAL" clId="{6D9934B5-0EAF-41B8-B79C-DD8EAB3C16B5}" dt="2026-07-16T15:20:21.187" v="1633" actId="14100"/>
          <ac:spMkLst>
            <pc:docMk/>
            <pc:sldMk cId="2304336064" sldId="260"/>
            <ac:spMk id="160" creationId="{B1D2FC2B-FDDA-CFDA-A32C-66393A05F151}"/>
          </ac:spMkLst>
        </pc:spChg>
        <pc:grpChg chg="del mod">
          <ac:chgData name="Eduardo S. Cudia" userId="b92cfa08-6a0f-4f25-b35d-cfae148c5175" providerId="ADAL" clId="{6D9934B5-0EAF-41B8-B79C-DD8EAB3C16B5}" dt="2026-07-16T14:43:39.851" v="683" actId="478"/>
          <ac:grpSpMkLst>
            <pc:docMk/>
            <pc:sldMk cId="2304336064" sldId="260"/>
            <ac:grpSpMk id="79" creationId="{5839CD06-3FB1-6D86-52F8-3E246F57D4A3}"/>
          </ac:grpSpMkLst>
        </pc:grpChg>
      </pc:sldChg>
      <pc:sldChg chg="addSp delSp modSp del mod">
        <pc:chgData name="Eduardo S. Cudia" userId="b92cfa08-6a0f-4f25-b35d-cfae148c5175" providerId="ADAL" clId="{6D9934B5-0EAF-41B8-B79C-DD8EAB3C16B5}" dt="2026-07-16T15:22:00.742" v="1643" actId="2696"/>
        <pc:sldMkLst>
          <pc:docMk/>
          <pc:sldMk cId="2797282865" sldId="261"/>
        </pc:sldMkLst>
        <pc:spChg chg="add">
          <ac:chgData name="Eduardo S. Cudia" userId="b92cfa08-6a0f-4f25-b35d-cfae148c5175" providerId="ADAL" clId="{6D9934B5-0EAF-41B8-B79C-DD8EAB3C16B5}" dt="2026-07-16T14:44:22.073" v="719" actId="22"/>
          <ac:spMkLst>
            <pc:docMk/>
            <pc:sldMk cId="2797282865" sldId="261"/>
            <ac:spMk id="3" creationId="{141DAD54-0222-37CC-41CB-0E876CD942DD}"/>
          </ac:spMkLst>
        </pc:spChg>
        <pc:spChg chg="mod">
          <ac:chgData name="Eduardo S. Cudia" userId="b92cfa08-6a0f-4f25-b35d-cfae148c5175" providerId="ADAL" clId="{6D9934B5-0EAF-41B8-B79C-DD8EAB3C16B5}" dt="2026-07-16T08:25:43.502" v="517" actId="207"/>
          <ac:spMkLst>
            <pc:docMk/>
            <pc:sldMk cId="2797282865" sldId="261"/>
            <ac:spMk id="60" creationId="{03232710-6943-5D8C-BDDA-F0DD2BAEB184}"/>
          </ac:spMkLst>
        </pc:spChg>
        <pc:spChg chg="mod">
          <ac:chgData name="Eduardo S. Cudia" userId="b92cfa08-6a0f-4f25-b35d-cfae148c5175" providerId="ADAL" clId="{6D9934B5-0EAF-41B8-B79C-DD8EAB3C16B5}" dt="2026-07-15T16:24:40.967" v="382" actId="1036"/>
          <ac:spMkLst>
            <pc:docMk/>
            <pc:sldMk cId="2797282865" sldId="261"/>
            <ac:spMk id="68" creationId="{D0CBBF2E-BC8D-66C8-CD14-1E1842EE665C}"/>
          </ac:spMkLst>
        </pc:spChg>
        <pc:spChg chg="mod">
          <ac:chgData name="Eduardo S. Cudia" userId="b92cfa08-6a0f-4f25-b35d-cfae148c5175" providerId="ADAL" clId="{6D9934B5-0EAF-41B8-B79C-DD8EAB3C16B5}" dt="2026-07-15T16:23:31.483" v="318" actId="207"/>
          <ac:spMkLst>
            <pc:docMk/>
            <pc:sldMk cId="2797282865" sldId="261"/>
            <ac:spMk id="70" creationId="{A1D41AE0-6122-795B-09CB-34BCF6D0ED4E}"/>
          </ac:spMkLst>
        </pc:spChg>
        <pc:spChg chg="mod">
          <ac:chgData name="Eduardo S. Cudia" userId="b92cfa08-6a0f-4f25-b35d-cfae148c5175" providerId="ADAL" clId="{6D9934B5-0EAF-41B8-B79C-DD8EAB3C16B5}" dt="2026-07-15T16:23:43.646" v="320" actId="207"/>
          <ac:spMkLst>
            <pc:docMk/>
            <pc:sldMk cId="2797282865" sldId="261"/>
            <ac:spMk id="72" creationId="{CA5A8D26-DA9D-593F-A71E-8ADD876EC407}"/>
          </ac:spMkLst>
        </pc:spChg>
        <pc:spChg chg="mod">
          <ac:chgData name="Eduardo S. Cudia" userId="b92cfa08-6a0f-4f25-b35d-cfae148c5175" providerId="ADAL" clId="{6D9934B5-0EAF-41B8-B79C-DD8EAB3C16B5}" dt="2026-07-15T16:25:18.019" v="399" actId="207"/>
          <ac:spMkLst>
            <pc:docMk/>
            <pc:sldMk cId="2797282865" sldId="261"/>
            <ac:spMk id="74" creationId="{883E5287-C938-0ACE-A440-C848CDF61152}"/>
          </ac:spMkLst>
        </pc:spChg>
        <pc:spChg chg="mod">
          <ac:chgData name="Eduardo S. Cudia" userId="b92cfa08-6a0f-4f25-b35d-cfae148c5175" providerId="ADAL" clId="{6D9934B5-0EAF-41B8-B79C-DD8EAB3C16B5}" dt="2026-07-15T16:26:09.509" v="468" actId="1037"/>
          <ac:spMkLst>
            <pc:docMk/>
            <pc:sldMk cId="2797282865" sldId="261"/>
            <ac:spMk id="76" creationId="{74CF0D93-6790-F740-9189-37C760846470}"/>
          </ac:spMkLst>
        </pc:spChg>
        <pc:spChg chg="mod">
          <ac:chgData name="Eduardo S. Cudia" userId="b92cfa08-6a0f-4f25-b35d-cfae148c5175" providerId="ADAL" clId="{6D9934B5-0EAF-41B8-B79C-DD8EAB3C16B5}" dt="2026-07-15T16:24:40.967" v="382" actId="1036"/>
          <ac:spMkLst>
            <pc:docMk/>
            <pc:sldMk cId="2797282865" sldId="261"/>
            <ac:spMk id="78" creationId="{E1B67659-3FFD-02AA-50EC-643A8A5AEF97}"/>
          </ac:spMkLst>
        </pc:spChg>
        <pc:spChg chg="mod">
          <ac:chgData name="Eduardo S. Cudia" userId="b92cfa08-6a0f-4f25-b35d-cfae148c5175" providerId="ADAL" clId="{6D9934B5-0EAF-41B8-B79C-DD8EAB3C16B5}" dt="2026-07-15T16:23:26.697" v="317" actId="164"/>
          <ac:spMkLst>
            <pc:docMk/>
            <pc:sldMk cId="2797282865" sldId="261"/>
            <ac:spMk id="80" creationId="{BD6A4A96-03F1-D9EB-086C-EA06C681A633}"/>
          </ac:spMkLst>
        </pc:spChg>
        <pc:spChg chg="mod">
          <ac:chgData name="Eduardo S. Cudia" userId="b92cfa08-6a0f-4f25-b35d-cfae148c5175" providerId="ADAL" clId="{6D9934B5-0EAF-41B8-B79C-DD8EAB3C16B5}" dt="2026-07-15T16:23:43.646" v="320" actId="207"/>
          <ac:spMkLst>
            <pc:docMk/>
            <pc:sldMk cId="2797282865" sldId="261"/>
            <ac:spMk id="82" creationId="{8569EB2E-4220-93C0-ADEB-006728646628}"/>
          </ac:spMkLst>
        </pc:spChg>
        <pc:spChg chg="mod">
          <ac:chgData name="Eduardo S. Cudia" userId="b92cfa08-6a0f-4f25-b35d-cfae148c5175" providerId="ADAL" clId="{6D9934B5-0EAF-41B8-B79C-DD8EAB3C16B5}" dt="2026-07-15T16:25:27.997" v="409" actId="20577"/>
          <ac:spMkLst>
            <pc:docMk/>
            <pc:sldMk cId="2797282865" sldId="261"/>
            <ac:spMk id="84" creationId="{9281A5CF-F090-9635-D55C-6FE6DA95A1CB}"/>
          </ac:spMkLst>
        </pc:spChg>
        <pc:spChg chg="mod">
          <ac:chgData name="Eduardo S. Cudia" userId="b92cfa08-6a0f-4f25-b35d-cfae148c5175" providerId="ADAL" clId="{6D9934B5-0EAF-41B8-B79C-DD8EAB3C16B5}" dt="2026-07-15T16:26:09.509" v="468" actId="1037"/>
          <ac:spMkLst>
            <pc:docMk/>
            <pc:sldMk cId="2797282865" sldId="261"/>
            <ac:spMk id="86" creationId="{4EFEF483-3419-7A12-DF50-5B21C7116685}"/>
          </ac:spMkLst>
        </pc:spChg>
        <pc:spChg chg="mod">
          <ac:chgData name="Eduardo S. Cudia" userId="b92cfa08-6a0f-4f25-b35d-cfae148c5175" providerId="ADAL" clId="{6D9934B5-0EAF-41B8-B79C-DD8EAB3C16B5}" dt="2026-07-15T16:24:40.967" v="382" actId="1036"/>
          <ac:spMkLst>
            <pc:docMk/>
            <pc:sldMk cId="2797282865" sldId="261"/>
            <ac:spMk id="88" creationId="{B32321BD-943E-707C-EFA4-A0FC0351B81E}"/>
          </ac:spMkLst>
        </pc:spChg>
        <pc:spChg chg="mod">
          <ac:chgData name="Eduardo S. Cudia" userId="b92cfa08-6a0f-4f25-b35d-cfae148c5175" providerId="ADAL" clId="{6D9934B5-0EAF-41B8-B79C-DD8EAB3C16B5}" dt="2026-07-15T16:23:26.697" v="317" actId="164"/>
          <ac:spMkLst>
            <pc:docMk/>
            <pc:sldMk cId="2797282865" sldId="261"/>
            <ac:spMk id="90" creationId="{F939C96C-97FE-2D41-A025-EE22185559DF}"/>
          </ac:spMkLst>
        </pc:spChg>
        <pc:spChg chg="mod">
          <ac:chgData name="Eduardo S. Cudia" userId="b92cfa08-6a0f-4f25-b35d-cfae148c5175" providerId="ADAL" clId="{6D9934B5-0EAF-41B8-B79C-DD8EAB3C16B5}" dt="2026-07-15T16:23:43.646" v="320" actId="207"/>
          <ac:spMkLst>
            <pc:docMk/>
            <pc:sldMk cId="2797282865" sldId="261"/>
            <ac:spMk id="92" creationId="{5D40AC81-B959-1637-BD41-02F56EA114A7}"/>
          </ac:spMkLst>
        </pc:spChg>
        <pc:spChg chg="mod">
          <ac:chgData name="Eduardo S. Cudia" userId="b92cfa08-6a0f-4f25-b35d-cfae148c5175" providerId="ADAL" clId="{6D9934B5-0EAF-41B8-B79C-DD8EAB3C16B5}" dt="2026-07-15T16:25:42.791" v="424" actId="20577"/>
          <ac:spMkLst>
            <pc:docMk/>
            <pc:sldMk cId="2797282865" sldId="261"/>
            <ac:spMk id="94" creationId="{C4528996-23A9-6CD4-7D6C-2C9FFB25E4F9}"/>
          </ac:spMkLst>
        </pc:spChg>
        <pc:spChg chg="mod">
          <ac:chgData name="Eduardo S. Cudia" userId="b92cfa08-6a0f-4f25-b35d-cfae148c5175" providerId="ADAL" clId="{6D9934B5-0EAF-41B8-B79C-DD8EAB3C16B5}" dt="2026-07-15T16:26:09.509" v="468" actId="1037"/>
          <ac:spMkLst>
            <pc:docMk/>
            <pc:sldMk cId="2797282865" sldId="261"/>
            <ac:spMk id="96" creationId="{18495C54-8912-FBCF-70D5-AD2F19487996}"/>
          </ac:spMkLst>
        </pc:spChg>
        <pc:spChg chg="mod">
          <ac:chgData name="Eduardo S. Cudia" userId="b92cfa08-6a0f-4f25-b35d-cfae148c5175" providerId="ADAL" clId="{6D9934B5-0EAF-41B8-B79C-DD8EAB3C16B5}" dt="2026-07-15T16:24:40.967" v="382" actId="1036"/>
          <ac:spMkLst>
            <pc:docMk/>
            <pc:sldMk cId="2797282865" sldId="261"/>
            <ac:spMk id="98" creationId="{01AE731E-2F5B-29ED-18F2-1340D5F6E828}"/>
          </ac:spMkLst>
        </pc:spChg>
        <pc:spChg chg="mod">
          <ac:chgData name="Eduardo S. Cudia" userId="b92cfa08-6a0f-4f25-b35d-cfae148c5175" providerId="ADAL" clId="{6D9934B5-0EAF-41B8-B79C-DD8EAB3C16B5}" dt="2026-07-15T16:23:26.697" v="317" actId="164"/>
          <ac:spMkLst>
            <pc:docMk/>
            <pc:sldMk cId="2797282865" sldId="261"/>
            <ac:spMk id="100" creationId="{B02C2E98-61E5-325E-3262-604B42D67EEB}"/>
          </ac:spMkLst>
        </pc:spChg>
        <pc:spChg chg="mod">
          <ac:chgData name="Eduardo S. Cudia" userId="b92cfa08-6a0f-4f25-b35d-cfae148c5175" providerId="ADAL" clId="{6D9934B5-0EAF-41B8-B79C-DD8EAB3C16B5}" dt="2026-07-15T16:23:43.646" v="320" actId="207"/>
          <ac:spMkLst>
            <pc:docMk/>
            <pc:sldMk cId="2797282865" sldId="261"/>
            <ac:spMk id="102" creationId="{39C0C988-62F5-ED1E-D917-1F0E98127AD9}"/>
          </ac:spMkLst>
        </pc:spChg>
        <pc:spChg chg="mod">
          <ac:chgData name="Eduardo S. Cudia" userId="b92cfa08-6a0f-4f25-b35d-cfae148c5175" providerId="ADAL" clId="{6D9934B5-0EAF-41B8-B79C-DD8EAB3C16B5}" dt="2026-07-15T16:25:58.191" v="439" actId="20577"/>
          <ac:spMkLst>
            <pc:docMk/>
            <pc:sldMk cId="2797282865" sldId="261"/>
            <ac:spMk id="104" creationId="{EDA3DC5B-3D2A-E245-716C-3A9224760453}"/>
          </ac:spMkLst>
        </pc:spChg>
        <pc:spChg chg="mod">
          <ac:chgData name="Eduardo S. Cudia" userId="b92cfa08-6a0f-4f25-b35d-cfae148c5175" providerId="ADAL" clId="{6D9934B5-0EAF-41B8-B79C-DD8EAB3C16B5}" dt="2026-07-15T16:26:09.509" v="468" actId="1037"/>
          <ac:spMkLst>
            <pc:docMk/>
            <pc:sldMk cId="2797282865" sldId="261"/>
            <ac:spMk id="106" creationId="{C8C5D457-021A-06D9-F0CF-E026B6591D5F}"/>
          </ac:spMkLst>
        </pc:spChg>
        <pc:spChg chg="del">
          <ac:chgData name="Eduardo S. Cudia" userId="b92cfa08-6a0f-4f25-b35d-cfae148c5175" providerId="ADAL" clId="{6D9934B5-0EAF-41B8-B79C-DD8EAB3C16B5}" dt="2026-07-16T14:44:01.385" v="689" actId="478"/>
          <ac:spMkLst>
            <pc:docMk/>
            <pc:sldMk cId="2797282865" sldId="261"/>
            <ac:spMk id="108" creationId="{F1BB02AE-CECD-5EBC-D846-80C4DBF73607}"/>
          </ac:spMkLst>
        </pc:spChg>
        <pc:grpChg chg="add mod">
          <ac:chgData name="Eduardo S. Cudia" userId="b92cfa08-6a0f-4f25-b35d-cfae148c5175" providerId="ADAL" clId="{6D9934B5-0EAF-41B8-B79C-DD8EAB3C16B5}" dt="2026-07-15T16:23:26.697" v="317" actId="164"/>
          <ac:grpSpMkLst>
            <pc:docMk/>
            <pc:sldMk cId="2797282865" sldId="261"/>
            <ac:grpSpMk id="109" creationId="{BEDC01EF-4A75-8F62-B764-664351297E6F}"/>
          </ac:grpSpMkLst>
        </pc:grpChg>
      </pc:sldChg>
      <pc:sldChg chg="addSp delSp modSp mod">
        <pc:chgData name="Eduardo S. Cudia" userId="b92cfa08-6a0f-4f25-b35d-cfae148c5175" providerId="ADAL" clId="{6D9934B5-0EAF-41B8-B79C-DD8EAB3C16B5}" dt="2026-07-16T15:21:01.671" v="1638" actId="207"/>
        <pc:sldMkLst>
          <pc:docMk/>
          <pc:sldMk cId="1876517952" sldId="262"/>
        </pc:sldMkLst>
        <pc:spChg chg="add">
          <ac:chgData name="Eduardo S. Cudia" userId="b92cfa08-6a0f-4f25-b35d-cfae148c5175" providerId="ADAL" clId="{6D9934B5-0EAF-41B8-B79C-DD8EAB3C16B5}" dt="2026-07-16T14:44:16.681" v="714" actId="22"/>
          <ac:spMkLst>
            <pc:docMk/>
            <pc:sldMk cId="1876517952" sldId="262"/>
            <ac:spMk id="4" creationId="{06E6C806-3F1E-EF79-DF43-E3E6DD4CD681}"/>
          </ac:spMkLst>
        </pc:spChg>
        <pc:spChg chg="del">
          <ac:chgData name="Eduardo S. Cudia" userId="b92cfa08-6a0f-4f25-b35d-cfae148c5175" providerId="ADAL" clId="{6D9934B5-0EAF-41B8-B79C-DD8EAB3C16B5}" dt="2026-07-16T14:43:21.693" v="675" actId="478"/>
          <ac:spMkLst>
            <pc:docMk/>
            <pc:sldMk cId="1876517952" sldId="262"/>
            <ac:spMk id="5" creationId="{46C2C23A-9E4E-1126-DFD2-3289F7B0F967}"/>
          </ac:spMkLst>
        </pc:spChg>
        <pc:spChg chg="mod">
          <ac:chgData name="Eduardo S. Cudia" userId="b92cfa08-6a0f-4f25-b35d-cfae148c5175" providerId="ADAL" clId="{6D9934B5-0EAF-41B8-B79C-DD8EAB3C16B5}" dt="2026-07-16T15:21:01.671" v="1638" actId="207"/>
          <ac:spMkLst>
            <pc:docMk/>
            <pc:sldMk cId="1876517952" sldId="262"/>
            <ac:spMk id="7" creationId="{DBC14E5A-C6D5-C447-DED8-22C5F42E2E8E}"/>
          </ac:spMkLst>
        </pc:spChg>
        <pc:spChg chg="mod">
          <ac:chgData name="Eduardo S. Cudia" userId="b92cfa08-6a0f-4f25-b35d-cfae148c5175" providerId="ADAL" clId="{6D9934B5-0EAF-41B8-B79C-DD8EAB3C16B5}" dt="2026-07-16T15:06:03.380" v="1290" actId="207"/>
          <ac:spMkLst>
            <pc:docMk/>
            <pc:sldMk cId="1876517952" sldId="262"/>
            <ac:spMk id="11" creationId="{8A6A6F11-765B-61C1-A978-6BFEAF4BBDD9}"/>
          </ac:spMkLst>
        </pc:spChg>
        <pc:spChg chg="del">
          <ac:chgData name="Eduardo S. Cudia" userId="b92cfa08-6a0f-4f25-b35d-cfae148c5175" providerId="ADAL" clId="{6D9934B5-0EAF-41B8-B79C-DD8EAB3C16B5}" dt="2026-07-16T14:43:21.693" v="675" actId="478"/>
          <ac:spMkLst>
            <pc:docMk/>
            <pc:sldMk cId="1876517952" sldId="262"/>
            <ac:spMk id="12" creationId="{A3DBA742-B6E1-3D6E-63B4-648F69709348}"/>
          </ac:spMkLst>
        </pc:spChg>
        <pc:spChg chg="add mod">
          <ac:chgData name="Eduardo S. Cudia" userId="b92cfa08-6a0f-4f25-b35d-cfae148c5175" providerId="ADAL" clId="{6D9934B5-0EAF-41B8-B79C-DD8EAB3C16B5}" dt="2026-07-16T15:11:47.105" v="1531" actId="207"/>
          <ac:spMkLst>
            <pc:docMk/>
            <pc:sldMk cId="1876517952" sldId="262"/>
            <ac:spMk id="15" creationId="{0CE096FC-3875-5204-5D90-BF5FA0CF886E}"/>
          </ac:spMkLst>
        </pc:spChg>
        <pc:spChg chg="del">
          <ac:chgData name="Eduardo S. Cudia" userId="b92cfa08-6a0f-4f25-b35d-cfae148c5175" providerId="ADAL" clId="{6D9934B5-0EAF-41B8-B79C-DD8EAB3C16B5}" dt="2026-07-16T14:43:21.693" v="675" actId="478"/>
          <ac:spMkLst>
            <pc:docMk/>
            <pc:sldMk cId="1876517952" sldId="262"/>
            <ac:spMk id="16" creationId="{4A1E9226-6FB1-66D0-3691-8421BAE3C440}"/>
          </ac:spMkLst>
        </pc:spChg>
        <pc:spChg chg="add mod">
          <ac:chgData name="Eduardo S. Cudia" userId="b92cfa08-6a0f-4f25-b35d-cfae148c5175" providerId="ADAL" clId="{6D9934B5-0EAF-41B8-B79C-DD8EAB3C16B5}" dt="2026-07-16T15:10:57.946" v="1520" actId="1036"/>
          <ac:spMkLst>
            <pc:docMk/>
            <pc:sldMk cId="1876517952" sldId="262"/>
            <ac:spMk id="19" creationId="{65FC93EB-64B0-71DA-514C-49FACE84E8AA}"/>
          </ac:spMkLst>
        </pc:spChg>
        <pc:spChg chg="mod">
          <ac:chgData name="Eduardo S. Cudia" userId="b92cfa08-6a0f-4f25-b35d-cfae148c5175" providerId="ADAL" clId="{6D9934B5-0EAF-41B8-B79C-DD8EAB3C16B5}" dt="2026-07-16T15:10:55.010" v="1518" actId="1036"/>
          <ac:spMkLst>
            <pc:docMk/>
            <pc:sldMk cId="1876517952" sldId="262"/>
            <ac:spMk id="23" creationId="{5CC37EE4-93AF-BFE7-8A94-3495D4EC2567}"/>
          </ac:spMkLst>
        </pc:spChg>
        <pc:spChg chg="del">
          <ac:chgData name="Eduardo S. Cudia" userId="b92cfa08-6a0f-4f25-b35d-cfae148c5175" providerId="ADAL" clId="{6D9934B5-0EAF-41B8-B79C-DD8EAB3C16B5}" dt="2026-07-16T14:43:21.693" v="675" actId="478"/>
          <ac:spMkLst>
            <pc:docMk/>
            <pc:sldMk cId="1876517952" sldId="262"/>
            <ac:spMk id="24" creationId="{23E758C2-F8B4-CB3F-AFA7-69B16C56E3E7}"/>
          </ac:spMkLst>
        </pc:spChg>
        <pc:spChg chg="mod">
          <ac:chgData name="Eduardo S. Cudia" userId="b92cfa08-6a0f-4f25-b35d-cfae148c5175" providerId="ADAL" clId="{6D9934B5-0EAF-41B8-B79C-DD8EAB3C16B5}" dt="2026-07-16T15:11:47.699" v="1532" actId="207"/>
          <ac:spMkLst>
            <pc:docMk/>
            <pc:sldMk cId="1876517952" sldId="262"/>
            <ac:spMk id="27" creationId="{DDAADE86-EDCC-4465-C7D5-FFAA25088813}"/>
          </ac:spMkLst>
        </pc:spChg>
        <pc:spChg chg="del">
          <ac:chgData name="Eduardo S. Cudia" userId="b92cfa08-6a0f-4f25-b35d-cfae148c5175" providerId="ADAL" clId="{6D9934B5-0EAF-41B8-B79C-DD8EAB3C16B5}" dt="2026-07-16T14:43:21.693" v="675" actId="478"/>
          <ac:spMkLst>
            <pc:docMk/>
            <pc:sldMk cId="1876517952" sldId="262"/>
            <ac:spMk id="30" creationId="{8DAA95B1-8350-AF94-0A41-EFDD30D40DF8}"/>
          </ac:spMkLst>
        </pc:spChg>
        <pc:spChg chg="mod">
          <ac:chgData name="Eduardo S. Cudia" userId="b92cfa08-6a0f-4f25-b35d-cfae148c5175" providerId="ADAL" clId="{6D9934B5-0EAF-41B8-B79C-DD8EAB3C16B5}" dt="2026-07-16T15:10:59.400" v="1522" actId="1036"/>
          <ac:spMkLst>
            <pc:docMk/>
            <pc:sldMk cId="1876517952" sldId="262"/>
            <ac:spMk id="31" creationId="{2332DEA4-6FBD-31E6-509F-058B5E664823}"/>
          </ac:spMkLst>
        </pc:spChg>
        <pc:spChg chg="del">
          <ac:chgData name="Eduardo S. Cudia" userId="b92cfa08-6a0f-4f25-b35d-cfae148c5175" providerId="ADAL" clId="{6D9934B5-0EAF-41B8-B79C-DD8EAB3C16B5}" dt="2026-07-16T14:43:21.693" v="675" actId="478"/>
          <ac:spMkLst>
            <pc:docMk/>
            <pc:sldMk cId="1876517952" sldId="262"/>
            <ac:spMk id="34" creationId="{C2098217-2B16-CE9E-A685-87E706F62224}"/>
          </ac:spMkLst>
        </pc:spChg>
        <pc:spChg chg="mod">
          <ac:chgData name="Eduardo S. Cudia" userId="b92cfa08-6a0f-4f25-b35d-cfae148c5175" providerId="ADAL" clId="{6D9934B5-0EAF-41B8-B79C-DD8EAB3C16B5}" dt="2026-07-16T15:10:52.512" v="1511" actId="1036"/>
          <ac:spMkLst>
            <pc:docMk/>
            <pc:sldMk cId="1876517952" sldId="262"/>
            <ac:spMk id="35" creationId="{ABDCAEA3-66BD-BEFF-C1A7-3A26675A799E}"/>
          </ac:spMkLst>
        </pc:spChg>
        <pc:spChg chg="del">
          <ac:chgData name="Eduardo S. Cudia" userId="b92cfa08-6a0f-4f25-b35d-cfae148c5175" providerId="ADAL" clId="{6D9934B5-0EAF-41B8-B79C-DD8EAB3C16B5}" dt="2026-07-16T14:43:21.693" v="675" actId="478"/>
          <ac:spMkLst>
            <pc:docMk/>
            <pc:sldMk cId="1876517952" sldId="262"/>
            <ac:spMk id="36" creationId="{BEA3A367-775A-D640-9695-9C0D24B54B83}"/>
          </ac:spMkLst>
        </pc:spChg>
        <pc:spChg chg="mod">
          <ac:chgData name="Eduardo S. Cudia" userId="b92cfa08-6a0f-4f25-b35d-cfae148c5175" providerId="ADAL" clId="{6D9934B5-0EAF-41B8-B79C-DD8EAB3C16B5}" dt="2026-07-16T15:11:46.887" v="1530" actId="207"/>
          <ac:spMkLst>
            <pc:docMk/>
            <pc:sldMk cId="1876517952" sldId="262"/>
            <ac:spMk id="39" creationId="{ED6FB59C-D388-0F2B-0AB1-3FDD78A5CAB8}"/>
          </ac:spMkLst>
        </pc:spChg>
        <pc:spChg chg="del">
          <ac:chgData name="Eduardo S. Cudia" userId="b92cfa08-6a0f-4f25-b35d-cfae148c5175" providerId="ADAL" clId="{6D9934B5-0EAF-41B8-B79C-DD8EAB3C16B5}" dt="2026-07-16T14:43:21.693" v="675" actId="478"/>
          <ac:spMkLst>
            <pc:docMk/>
            <pc:sldMk cId="1876517952" sldId="262"/>
            <ac:spMk id="40" creationId="{8C78F502-6493-83E4-F06C-17944BC50654}"/>
          </ac:spMkLst>
        </pc:spChg>
        <pc:spChg chg="add mod">
          <ac:chgData name="Eduardo S. Cudia" userId="b92cfa08-6a0f-4f25-b35d-cfae148c5175" providerId="ADAL" clId="{6D9934B5-0EAF-41B8-B79C-DD8EAB3C16B5}" dt="2026-07-16T15:11:48.134" v="1533" actId="1036"/>
          <ac:spMkLst>
            <pc:docMk/>
            <pc:sldMk cId="1876517952" sldId="262"/>
            <ac:spMk id="43" creationId="{B4A645B4-8465-E908-2FD1-2D224F39F354}"/>
          </ac:spMkLst>
        </pc:spChg>
        <pc:spChg chg="del">
          <ac:chgData name="Eduardo S. Cudia" userId="b92cfa08-6a0f-4f25-b35d-cfae148c5175" providerId="ADAL" clId="{6D9934B5-0EAF-41B8-B79C-DD8EAB3C16B5}" dt="2026-07-16T14:43:21.693" v="675" actId="478"/>
          <ac:spMkLst>
            <pc:docMk/>
            <pc:sldMk cId="1876517952" sldId="262"/>
            <ac:spMk id="46" creationId="{09C2EEB7-672F-BDF1-4455-402E45E7A77F}"/>
          </ac:spMkLst>
        </pc:spChg>
        <pc:spChg chg="mod">
          <ac:chgData name="Eduardo S. Cudia" userId="b92cfa08-6a0f-4f25-b35d-cfae148c5175" providerId="ADAL" clId="{6D9934B5-0EAF-41B8-B79C-DD8EAB3C16B5}" dt="2026-07-16T15:10:50.896" v="1509" actId="1036"/>
          <ac:spMkLst>
            <pc:docMk/>
            <pc:sldMk cId="1876517952" sldId="262"/>
            <ac:spMk id="47" creationId="{A8352672-D357-059E-A93D-AF70234E49B8}"/>
          </ac:spMkLst>
        </pc:spChg>
        <pc:spChg chg="del">
          <ac:chgData name="Eduardo S. Cudia" userId="b92cfa08-6a0f-4f25-b35d-cfae148c5175" providerId="ADAL" clId="{6D9934B5-0EAF-41B8-B79C-DD8EAB3C16B5}" dt="2026-07-16T14:43:21.693" v="675" actId="478"/>
          <ac:spMkLst>
            <pc:docMk/>
            <pc:sldMk cId="1876517952" sldId="262"/>
            <ac:spMk id="50" creationId="{88F78509-5498-6F79-125D-7BF35BFC59EA}"/>
          </ac:spMkLst>
        </pc:spChg>
        <pc:spChg chg="add mod topLvl">
          <ac:chgData name="Eduardo S. Cudia" userId="b92cfa08-6a0f-4f25-b35d-cfae148c5175" providerId="ADAL" clId="{6D9934B5-0EAF-41B8-B79C-DD8EAB3C16B5}" dt="2026-07-16T15:09:19.477" v="1402" actId="164"/>
          <ac:spMkLst>
            <pc:docMk/>
            <pc:sldMk cId="1876517952" sldId="262"/>
            <ac:spMk id="51" creationId="{D818DCC2-A87B-0203-23B0-C6EBD6D3FF89}"/>
          </ac:spMkLst>
        </pc:spChg>
        <pc:spChg chg="mod">
          <ac:chgData name="Eduardo S. Cudia" userId="b92cfa08-6a0f-4f25-b35d-cfae148c5175" providerId="ADAL" clId="{6D9934B5-0EAF-41B8-B79C-DD8EAB3C16B5}" dt="2026-07-16T15:09:10.801" v="1401" actId="207"/>
          <ac:spMkLst>
            <pc:docMk/>
            <pc:sldMk cId="1876517952" sldId="262"/>
            <ac:spMk id="55" creationId="{C04D232F-0916-D0E9-4126-5D547A6BCBD3}"/>
          </ac:spMkLst>
        </pc:spChg>
        <pc:spChg chg="del">
          <ac:chgData name="Eduardo S. Cudia" userId="b92cfa08-6a0f-4f25-b35d-cfae148c5175" providerId="ADAL" clId="{6D9934B5-0EAF-41B8-B79C-DD8EAB3C16B5}" dt="2026-07-16T14:43:23.172" v="676" actId="478"/>
          <ac:spMkLst>
            <pc:docMk/>
            <pc:sldMk cId="1876517952" sldId="262"/>
            <ac:spMk id="56" creationId="{36586889-2191-4E59-353C-A30C92D04035}"/>
          </ac:spMkLst>
        </pc:spChg>
        <pc:spChg chg="mod">
          <ac:chgData name="Eduardo S. Cudia" userId="b92cfa08-6a0f-4f25-b35d-cfae148c5175" providerId="ADAL" clId="{6D9934B5-0EAF-41B8-B79C-DD8EAB3C16B5}" dt="2026-07-16T15:08:41.967" v="1384" actId="403"/>
          <ac:spMkLst>
            <pc:docMk/>
            <pc:sldMk cId="1876517952" sldId="262"/>
            <ac:spMk id="58" creationId="{78C1F9E2-0F83-7743-CE05-8CDE5CB76ED5}"/>
          </ac:spMkLst>
        </pc:spChg>
        <pc:spChg chg="mod topLvl">
          <ac:chgData name="Eduardo S. Cudia" userId="b92cfa08-6a0f-4f25-b35d-cfae148c5175" providerId="ADAL" clId="{6D9934B5-0EAF-41B8-B79C-DD8EAB3C16B5}" dt="2026-07-16T15:09:19.477" v="1402" actId="164"/>
          <ac:spMkLst>
            <pc:docMk/>
            <pc:sldMk cId="1876517952" sldId="262"/>
            <ac:spMk id="60" creationId="{08074E65-C3AA-F55C-CF4E-173597F6BA7C}"/>
          </ac:spMkLst>
        </pc:spChg>
        <pc:spChg chg="mod topLvl">
          <ac:chgData name="Eduardo S. Cudia" userId="b92cfa08-6a0f-4f25-b35d-cfae148c5175" providerId="ADAL" clId="{6D9934B5-0EAF-41B8-B79C-DD8EAB3C16B5}" dt="2026-07-16T15:09:19.477" v="1402" actId="164"/>
          <ac:spMkLst>
            <pc:docMk/>
            <pc:sldMk cId="1876517952" sldId="262"/>
            <ac:spMk id="62" creationId="{891C8182-F60F-824D-AADB-C1F0541CA372}"/>
          </ac:spMkLst>
        </pc:spChg>
        <pc:spChg chg="mod">
          <ac:chgData name="Eduardo S. Cudia" userId="b92cfa08-6a0f-4f25-b35d-cfae148c5175" providerId="ADAL" clId="{6D9934B5-0EAF-41B8-B79C-DD8EAB3C16B5}" dt="2026-07-16T15:09:00.618" v="1396" actId="27636"/>
          <ac:spMkLst>
            <pc:docMk/>
            <pc:sldMk cId="1876517952" sldId="262"/>
            <ac:spMk id="64" creationId="{2AC9CAD4-8F17-634B-2558-F11E005E2B00}"/>
          </ac:spMkLst>
        </pc:spChg>
        <pc:spChg chg="add mod topLvl">
          <ac:chgData name="Eduardo S. Cudia" userId="b92cfa08-6a0f-4f25-b35d-cfae148c5175" providerId="ADAL" clId="{6D9934B5-0EAF-41B8-B79C-DD8EAB3C16B5}" dt="2026-07-16T15:09:19.477" v="1402" actId="164"/>
          <ac:spMkLst>
            <pc:docMk/>
            <pc:sldMk cId="1876517952" sldId="262"/>
            <ac:spMk id="68" creationId="{4917B248-5740-A65D-F8C7-0DBCCDD27F9B}"/>
          </ac:spMkLst>
        </pc:spChg>
        <pc:spChg chg="add mod topLvl">
          <ac:chgData name="Eduardo S. Cudia" userId="b92cfa08-6a0f-4f25-b35d-cfae148c5175" providerId="ADAL" clId="{6D9934B5-0EAF-41B8-B79C-DD8EAB3C16B5}" dt="2026-07-16T15:09:19.477" v="1402" actId="164"/>
          <ac:spMkLst>
            <pc:docMk/>
            <pc:sldMk cId="1876517952" sldId="262"/>
            <ac:spMk id="72" creationId="{1FA43D1E-D732-9056-4AC8-A938761CA5C2}"/>
          </ac:spMkLst>
        </pc:spChg>
        <pc:spChg chg="mod">
          <ac:chgData name="Eduardo S. Cudia" userId="b92cfa08-6a0f-4f25-b35d-cfae148c5175" providerId="ADAL" clId="{6D9934B5-0EAF-41B8-B79C-DD8EAB3C16B5}" dt="2026-07-16T15:07:41.277" v="1347" actId="1035"/>
          <ac:spMkLst>
            <pc:docMk/>
            <pc:sldMk cId="1876517952" sldId="262"/>
            <ac:spMk id="74" creationId="{920D447C-3F26-87B5-5269-3A56F4E80B41}"/>
          </ac:spMkLst>
        </pc:spChg>
        <pc:spChg chg="add mod topLvl">
          <ac:chgData name="Eduardo S. Cudia" userId="b92cfa08-6a0f-4f25-b35d-cfae148c5175" providerId="ADAL" clId="{6D9934B5-0EAF-41B8-B79C-DD8EAB3C16B5}" dt="2026-07-16T15:09:19.477" v="1402" actId="164"/>
          <ac:spMkLst>
            <pc:docMk/>
            <pc:sldMk cId="1876517952" sldId="262"/>
            <ac:spMk id="80" creationId="{5C3624AE-74AA-B669-B3F1-1B8E6BBE4576}"/>
          </ac:spMkLst>
        </pc:spChg>
        <pc:spChg chg="mod">
          <ac:chgData name="Eduardo S. Cudia" userId="b92cfa08-6a0f-4f25-b35d-cfae148c5175" providerId="ADAL" clId="{6D9934B5-0EAF-41B8-B79C-DD8EAB3C16B5}" dt="2026-07-16T15:07:41.277" v="1347" actId="1035"/>
          <ac:spMkLst>
            <pc:docMk/>
            <pc:sldMk cId="1876517952" sldId="262"/>
            <ac:spMk id="84" creationId="{1FEC6850-9315-A0AC-FE58-35950AEE752C}"/>
          </ac:spMkLst>
        </pc:spChg>
        <pc:spChg chg="mod">
          <ac:chgData name="Eduardo S. Cudia" userId="b92cfa08-6a0f-4f25-b35d-cfae148c5175" providerId="ADAL" clId="{6D9934B5-0EAF-41B8-B79C-DD8EAB3C16B5}" dt="2026-07-16T15:07:41.277" v="1347" actId="1035"/>
          <ac:spMkLst>
            <pc:docMk/>
            <pc:sldMk cId="1876517952" sldId="262"/>
            <ac:spMk id="86" creationId="{8B943C48-3FB9-5A73-C68E-E03F65E4AAC1}"/>
          </ac:spMkLst>
        </pc:spChg>
        <pc:spChg chg="add mod topLvl">
          <ac:chgData name="Eduardo S. Cudia" userId="b92cfa08-6a0f-4f25-b35d-cfae148c5175" providerId="ADAL" clId="{6D9934B5-0EAF-41B8-B79C-DD8EAB3C16B5}" dt="2026-07-16T15:09:19.477" v="1402" actId="164"/>
          <ac:spMkLst>
            <pc:docMk/>
            <pc:sldMk cId="1876517952" sldId="262"/>
            <ac:spMk id="90" creationId="{AD4FDA07-5827-C722-544B-79AE20C7A941}"/>
          </ac:spMkLst>
        </pc:spChg>
        <pc:spChg chg="mod topLvl">
          <ac:chgData name="Eduardo S. Cudia" userId="b92cfa08-6a0f-4f25-b35d-cfae148c5175" providerId="ADAL" clId="{6D9934B5-0EAF-41B8-B79C-DD8EAB3C16B5}" dt="2026-07-16T15:09:19.477" v="1402" actId="164"/>
          <ac:spMkLst>
            <pc:docMk/>
            <pc:sldMk cId="1876517952" sldId="262"/>
            <ac:spMk id="92" creationId="{8AD071D4-4CC0-DDE8-1266-AAD791F1AE0E}"/>
          </ac:spMkLst>
        </pc:spChg>
        <pc:spChg chg="add mod topLvl">
          <ac:chgData name="Eduardo S. Cudia" userId="b92cfa08-6a0f-4f25-b35d-cfae148c5175" providerId="ADAL" clId="{6D9934B5-0EAF-41B8-B79C-DD8EAB3C16B5}" dt="2026-07-16T15:09:19.477" v="1402" actId="164"/>
          <ac:spMkLst>
            <pc:docMk/>
            <pc:sldMk cId="1876517952" sldId="262"/>
            <ac:spMk id="96" creationId="{592F23FB-A87F-D2C5-EF8D-E27A2D7CAFD1}"/>
          </ac:spMkLst>
        </pc:spChg>
        <pc:spChg chg="add mod topLvl">
          <ac:chgData name="Eduardo S. Cudia" userId="b92cfa08-6a0f-4f25-b35d-cfae148c5175" providerId="ADAL" clId="{6D9934B5-0EAF-41B8-B79C-DD8EAB3C16B5}" dt="2026-07-16T15:09:19.477" v="1402" actId="164"/>
          <ac:spMkLst>
            <pc:docMk/>
            <pc:sldMk cId="1876517952" sldId="262"/>
            <ac:spMk id="104" creationId="{7686B342-1D42-ACB6-A30F-E46B8FAE2235}"/>
          </ac:spMkLst>
        </pc:spChg>
        <pc:spChg chg="mod">
          <ac:chgData name="Eduardo S. Cudia" userId="b92cfa08-6a0f-4f25-b35d-cfae148c5175" providerId="ADAL" clId="{6D9934B5-0EAF-41B8-B79C-DD8EAB3C16B5}" dt="2026-07-16T15:07:41.277" v="1347" actId="1035"/>
          <ac:spMkLst>
            <pc:docMk/>
            <pc:sldMk cId="1876517952" sldId="262"/>
            <ac:spMk id="108" creationId="{D511F5CA-AF41-E200-AF1B-FDD11184C592}"/>
          </ac:spMkLst>
        </pc:spChg>
        <pc:spChg chg="mod">
          <ac:chgData name="Eduardo S. Cudia" userId="b92cfa08-6a0f-4f25-b35d-cfae148c5175" providerId="ADAL" clId="{6D9934B5-0EAF-41B8-B79C-DD8EAB3C16B5}" dt="2026-07-16T15:07:41.277" v="1347" actId="1035"/>
          <ac:spMkLst>
            <pc:docMk/>
            <pc:sldMk cId="1876517952" sldId="262"/>
            <ac:spMk id="112" creationId="{04084BA5-F4FC-858F-2B58-9841A5C775ED}"/>
          </ac:spMkLst>
        </pc:spChg>
        <pc:grpChg chg="mod">
          <ac:chgData name="Eduardo S. Cudia" userId="b92cfa08-6a0f-4f25-b35d-cfae148c5175" providerId="ADAL" clId="{6D9934B5-0EAF-41B8-B79C-DD8EAB3C16B5}" dt="2026-07-16T15:08:09.504" v="1376" actId="1076"/>
          <ac:grpSpMkLst>
            <pc:docMk/>
            <pc:sldMk cId="1876517952" sldId="262"/>
            <ac:grpSpMk id="113" creationId="{C8606728-31C0-A89E-1DEA-69E2DDD176A7}"/>
          </ac:grpSpMkLst>
        </pc:grpChg>
        <pc:grpChg chg="mod">
          <ac:chgData name="Eduardo S. Cudia" userId="b92cfa08-6a0f-4f25-b35d-cfae148c5175" providerId="ADAL" clId="{6D9934B5-0EAF-41B8-B79C-DD8EAB3C16B5}" dt="2026-07-16T15:11:55.281" v="1550" actId="1035"/>
          <ac:grpSpMkLst>
            <pc:docMk/>
            <pc:sldMk cId="1876517952" sldId="262"/>
            <ac:grpSpMk id="114" creationId="{6E3E8C90-D201-64AB-FF3C-855DE1B0D5B8}"/>
          </ac:grpSpMkLst>
        </pc:grpChg>
      </pc:sldChg>
      <pc:sldChg chg="addSp delSp modSp mod">
        <pc:chgData name="Eduardo S. Cudia" userId="b92cfa08-6a0f-4f25-b35d-cfae148c5175" providerId="ADAL" clId="{6D9934B5-0EAF-41B8-B79C-DD8EAB3C16B5}" dt="2026-07-16T15:20:58.398" v="1637" actId="207"/>
        <pc:sldMkLst>
          <pc:docMk/>
          <pc:sldMk cId="825926607" sldId="263"/>
        </pc:sldMkLst>
        <pc:spChg chg="add">
          <ac:chgData name="Eduardo S. Cudia" userId="b92cfa08-6a0f-4f25-b35d-cfae148c5175" providerId="ADAL" clId="{6D9934B5-0EAF-41B8-B79C-DD8EAB3C16B5}" dt="2026-07-16T14:44:15.280" v="713" actId="22"/>
          <ac:spMkLst>
            <pc:docMk/>
            <pc:sldMk cId="825926607" sldId="263"/>
            <ac:spMk id="4" creationId="{169905C6-5B99-BB22-1AC6-03FC7DA190DF}"/>
          </ac:spMkLst>
        </pc:spChg>
        <pc:spChg chg="mod">
          <ac:chgData name="Eduardo S. Cudia" userId="b92cfa08-6a0f-4f25-b35d-cfae148c5175" providerId="ADAL" clId="{6D9934B5-0EAF-41B8-B79C-DD8EAB3C16B5}" dt="2026-07-16T15:20:58.398" v="1637" actId="207"/>
          <ac:spMkLst>
            <pc:docMk/>
            <pc:sldMk cId="825926607" sldId="263"/>
            <ac:spMk id="7" creationId="{2B4F74C2-9D92-D5FC-618A-15A1F797BCD5}"/>
          </ac:spMkLst>
        </pc:spChg>
        <pc:spChg chg="add mod">
          <ac:chgData name="Eduardo S. Cudia" userId="b92cfa08-6a0f-4f25-b35d-cfae148c5175" providerId="ADAL" clId="{6D9934B5-0EAF-41B8-B79C-DD8EAB3C16B5}" dt="2026-07-16T14:59:56.693" v="1242" actId="207"/>
          <ac:spMkLst>
            <pc:docMk/>
            <pc:sldMk cId="825926607" sldId="263"/>
            <ac:spMk id="11" creationId="{CC691DFA-74A9-21A7-01B6-2802FBCAAC47}"/>
          </ac:spMkLst>
        </pc:spChg>
        <pc:spChg chg="del">
          <ac:chgData name="Eduardo S. Cudia" userId="b92cfa08-6a0f-4f25-b35d-cfae148c5175" providerId="ADAL" clId="{6D9934B5-0EAF-41B8-B79C-DD8EAB3C16B5}" dt="2026-07-16T14:43:17.140" v="674" actId="478"/>
          <ac:spMkLst>
            <pc:docMk/>
            <pc:sldMk cId="825926607" sldId="263"/>
            <ac:spMk id="12" creationId="{9471AA14-C2FE-1AA1-15BA-496F245E3349}"/>
          </ac:spMkLst>
        </pc:spChg>
        <pc:spChg chg="del">
          <ac:chgData name="Eduardo S. Cudia" userId="b92cfa08-6a0f-4f25-b35d-cfae148c5175" providerId="ADAL" clId="{6D9934B5-0EAF-41B8-B79C-DD8EAB3C16B5}" dt="2026-07-16T14:43:17.140" v="674" actId="478"/>
          <ac:spMkLst>
            <pc:docMk/>
            <pc:sldMk cId="825926607" sldId="263"/>
            <ac:spMk id="14" creationId="{916183B3-DE8A-4DFF-12BF-8C2DB6D61364}"/>
          </ac:spMkLst>
        </pc:spChg>
        <pc:spChg chg="mod">
          <ac:chgData name="Eduardo S. Cudia" userId="b92cfa08-6a0f-4f25-b35d-cfae148c5175" providerId="ADAL" clId="{6D9934B5-0EAF-41B8-B79C-DD8EAB3C16B5}" dt="2026-07-16T15:00:06.681" v="1258" actId="1038"/>
          <ac:spMkLst>
            <pc:docMk/>
            <pc:sldMk cId="825926607" sldId="263"/>
            <ac:spMk id="15" creationId="{F5F1D64D-9074-F445-142A-AFA90398B9E4}"/>
          </ac:spMkLst>
        </pc:spChg>
        <pc:spChg chg="del">
          <ac:chgData name="Eduardo S. Cudia" userId="b92cfa08-6a0f-4f25-b35d-cfae148c5175" providerId="ADAL" clId="{6D9934B5-0EAF-41B8-B79C-DD8EAB3C16B5}" dt="2026-07-16T14:43:17.140" v="674" actId="478"/>
          <ac:spMkLst>
            <pc:docMk/>
            <pc:sldMk cId="825926607" sldId="263"/>
            <ac:spMk id="22" creationId="{A0F759C6-3944-E85C-893F-E525E9409C8F}"/>
          </ac:spMkLst>
        </pc:spChg>
        <pc:spChg chg="mod">
          <ac:chgData name="Eduardo S. Cudia" userId="b92cfa08-6a0f-4f25-b35d-cfae148c5175" providerId="ADAL" clId="{6D9934B5-0EAF-41B8-B79C-DD8EAB3C16B5}" dt="2026-07-16T15:00:06.681" v="1258" actId="1038"/>
          <ac:spMkLst>
            <pc:docMk/>
            <pc:sldMk cId="825926607" sldId="263"/>
            <ac:spMk id="23" creationId="{39769752-82FB-659E-662C-51E80BEA3E9A}"/>
          </ac:spMkLst>
        </pc:spChg>
        <pc:spChg chg="del">
          <ac:chgData name="Eduardo S. Cudia" userId="b92cfa08-6a0f-4f25-b35d-cfae148c5175" providerId="ADAL" clId="{6D9934B5-0EAF-41B8-B79C-DD8EAB3C16B5}" dt="2026-07-16T14:43:17.140" v="674" actId="478"/>
          <ac:spMkLst>
            <pc:docMk/>
            <pc:sldMk cId="825926607" sldId="263"/>
            <ac:spMk id="24" creationId="{A6D55877-6F88-A8C2-7AE2-54F20AF01012}"/>
          </ac:spMkLst>
        </pc:spChg>
        <pc:spChg chg="add mod">
          <ac:chgData name="Eduardo S. Cudia" userId="b92cfa08-6a0f-4f25-b35d-cfae148c5175" providerId="ADAL" clId="{6D9934B5-0EAF-41B8-B79C-DD8EAB3C16B5}" dt="2026-07-16T14:59:33.095" v="1238" actId="207"/>
          <ac:spMkLst>
            <pc:docMk/>
            <pc:sldMk cId="825926607" sldId="263"/>
            <ac:spMk id="27" creationId="{C3778C46-291C-4CA7-22A8-8989CAD2603B}"/>
          </ac:spMkLst>
        </pc:spChg>
        <pc:spChg chg="del">
          <ac:chgData name="Eduardo S. Cudia" userId="b92cfa08-6a0f-4f25-b35d-cfae148c5175" providerId="ADAL" clId="{6D9934B5-0EAF-41B8-B79C-DD8EAB3C16B5}" dt="2026-07-16T14:43:17.140" v="674" actId="478"/>
          <ac:spMkLst>
            <pc:docMk/>
            <pc:sldMk cId="825926607" sldId="263"/>
            <ac:spMk id="28" creationId="{1B348517-CE70-53FE-C09E-D1C9AAF8E5DF}"/>
          </ac:spMkLst>
        </pc:spChg>
        <pc:spChg chg="del">
          <ac:chgData name="Eduardo S. Cudia" userId="b92cfa08-6a0f-4f25-b35d-cfae148c5175" providerId="ADAL" clId="{6D9934B5-0EAF-41B8-B79C-DD8EAB3C16B5}" dt="2026-07-16T14:43:17.140" v="674" actId="478"/>
          <ac:spMkLst>
            <pc:docMk/>
            <pc:sldMk cId="825926607" sldId="263"/>
            <ac:spMk id="30" creationId="{626E05C4-D5B8-662D-332E-1228D69DC2F4}"/>
          </ac:spMkLst>
        </pc:spChg>
        <pc:spChg chg="add mod">
          <ac:chgData name="Eduardo S. Cudia" userId="b92cfa08-6a0f-4f25-b35d-cfae148c5175" providerId="ADAL" clId="{6D9934B5-0EAF-41B8-B79C-DD8EAB3C16B5}" dt="2026-07-16T15:00:06.681" v="1258" actId="1038"/>
          <ac:spMkLst>
            <pc:docMk/>
            <pc:sldMk cId="825926607" sldId="263"/>
            <ac:spMk id="31" creationId="{215D91E5-18DD-E3D6-2C09-75C3E1F5FE52}"/>
          </ac:spMkLst>
        </pc:spChg>
        <pc:spChg chg="del">
          <ac:chgData name="Eduardo S. Cudia" userId="b92cfa08-6a0f-4f25-b35d-cfae148c5175" providerId="ADAL" clId="{6D9934B5-0EAF-41B8-B79C-DD8EAB3C16B5}" dt="2026-07-16T14:43:17.140" v="674" actId="478"/>
          <ac:spMkLst>
            <pc:docMk/>
            <pc:sldMk cId="825926607" sldId="263"/>
            <ac:spMk id="32" creationId="{97A53BF2-34A7-3792-BFF6-E4BE44A3E3FB}"/>
          </ac:spMkLst>
        </pc:spChg>
        <pc:spChg chg="del">
          <ac:chgData name="Eduardo S. Cudia" userId="b92cfa08-6a0f-4f25-b35d-cfae148c5175" providerId="ADAL" clId="{6D9934B5-0EAF-41B8-B79C-DD8EAB3C16B5}" dt="2026-07-16T14:43:17.140" v="674" actId="478"/>
          <ac:spMkLst>
            <pc:docMk/>
            <pc:sldMk cId="825926607" sldId="263"/>
            <ac:spMk id="34" creationId="{7BD824D4-49EB-E801-FADE-41CEF03AD69A}"/>
          </ac:spMkLst>
        </pc:spChg>
        <pc:spChg chg="add mod">
          <ac:chgData name="Eduardo S. Cudia" userId="b92cfa08-6a0f-4f25-b35d-cfae148c5175" providerId="ADAL" clId="{6D9934B5-0EAF-41B8-B79C-DD8EAB3C16B5}" dt="2026-07-16T15:00:06.681" v="1258" actId="1038"/>
          <ac:spMkLst>
            <pc:docMk/>
            <pc:sldMk cId="825926607" sldId="263"/>
            <ac:spMk id="35" creationId="{47FCD2A4-FEED-FA7E-C2D6-58523E692B61}"/>
          </ac:spMkLst>
        </pc:spChg>
        <pc:spChg chg="del">
          <ac:chgData name="Eduardo S. Cudia" userId="b92cfa08-6a0f-4f25-b35d-cfae148c5175" providerId="ADAL" clId="{6D9934B5-0EAF-41B8-B79C-DD8EAB3C16B5}" dt="2026-07-16T14:43:17.140" v="674" actId="478"/>
          <ac:spMkLst>
            <pc:docMk/>
            <pc:sldMk cId="825926607" sldId="263"/>
            <ac:spMk id="36" creationId="{5923391C-E272-61B8-35E4-5AFD081ED888}"/>
          </ac:spMkLst>
        </pc:spChg>
        <pc:spChg chg="add mod">
          <ac:chgData name="Eduardo S. Cudia" userId="b92cfa08-6a0f-4f25-b35d-cfae148c5175" providerId="ADAL" clId="{6D9934B5-0EAF-41B8-B79C-DD8EAB3C16B5}" dt="2026-07-16T15:00:06.681" v="1258" actId="1038"/>
          <ac:spMkLst>
            <pc:docMk/>
            <pc:sldMk cId="825926607" sldId="263"/>
            <ac:spMk id="39" creationId="{CE988281-98DC-1B73-B1B8-6F0A48B5E720}"/>
          </ac:spMkLst>
        </pc:spChg>
        <pc:spChg chg="del">
          <ac:chgData name="Eduardo S. Cudia" userId="b92cfa08-6a0f-4f25-b35d-cfae148c5175" providerId="ADAL" clId="{6D9934B5-0EAF-41B8-B79C-DD8EAB3C16B5}" dt="2026-07-16T14:43:17.140" v="674" actId="478"/>
          <ac:spMkLst>
            <pc:docMk/>
            <pc:sldMk cId="825926607" sldId="263"/>
            <ac:spMk id="40" creationId="{C58EFC56-C0A6-7CD1-2579-1DD99681611A}"/>
          </ac:spMkLst>
        </pc:spChg>
        <pc:spChg chg="mod">
          <ac:chgData name="Eduardo S. Cudia" userId="b92cfa08-6a0f-4f25-b35d-cfae148c5175" providerId="ADAL" clId="{6D9934B5-0EAF-41B8-B79C-DD8EAB3C16B5}" dt="2026-07-16T15:00:06.681" v="1258" actId="1038"/>
          <ac:spMkLst>
            <pc:docMk/>
            <pc:sldMk cId="825926607" sldId="263"/>
            <ac:spMk id="43" creationId="{26E9343D-FBE8-BB01-6F1B-EA69668E681A}"/>
          </ac:spMkLst>
        </pc:spChg>
        <pc:spChg chg="del">
          <ac:chgData name="Eduardo S. Cudia" userId="b92cfa08-6a0f-4f25-b35d-cfae148c5175" providerId="ADAL" clId="{6D9934B5-0EAF-41B8-B79C-DD8EAB3C16B5}" dt="2026-07-16T14:43:25.208" v="677" actId="478"/>
          <ac:spMkLst>
            <pc:docMk/>
            <pc:sldMk cId="825926607" sldId="263"/>
            <ac:spMk id="44" creationId="{B1F73C3D-E0F3-F6F1-9F57-5A7B933CFA6E}"/>
          </ac:spMkLst>
        </pc:spChg>
        <pc:spChg chg="mod">
          <ac:chgData name="Eduardo S. Cudia" userId="b92cfa08-6a0f-4f25-b35d-cfae148c5175" providerId="ADAL" clId="{6D9934B5-0EAF-41B8-B79C-DD8EAB3C16B5}" dt="2026-07-16T15:00:06.681" v="1258" actId="1038"/>
          <ac:spMkLst>
            <pc:docMk/>
            <pc:sldMk cId="825926607" sldId="263"/>
            <ac:spMk id="46" creationId="{D6154162-CC3D-612D-E3F4-368D543E1C96}"/>
          </ac:spMkLst>
        </pc:spChg>
        <pc:spChg chg="add mod">
          <ac:chgData name="Eduardo S. Cudia" userId="b92cfa08-6a0f-4f25-b35d-cfae148c5175" providerId="ADAL" clId="{6D9934B5-0EAF-41B8-B79C-DD8EAB3C16B5}" dt="2026-07-16T15:00:06.681" v="1258" actId="1038"/>
          <ac:spMkLst>
            <pc:docMk/>
            <pc:sldMk cId="825926607" sldId="263"/>
            <ac:spMk id="48" creationId="{3BD13E99-FBF5-F49E-9D20-7AF9D1F19D63}"/>
          </ac:spMkLst>
        </pc:spChg>
        <pc:spChg chg="add mod">
          <ac:chgData name="Eduardo S. Cudia" userId="b92cfa08-6a0f-4f25-b35d-cfae148c5175" providerId="ADAL" clId="{6D9934B5-0EAF-41B8-B79C-DD8EAB3C16B5}" dt="2026-07-16T14:57:53.320" v="1189" actId="207"/>
          <ac:spMkLst>
            <pc:docMk/>
            <pc:sldMk cId="825926607" sldId="263"/>
            <ac:spMk id="50" creationId="{346A5831-6432-D7D1-6358-904CC0197031}"/>
          </ac:spMkLst>
        </pc:spChg>
        <pc:spChg chg="add mod">
          <ac:chgData name="Eduardo S. Cudia" userId="b92cfa08-6a0f-4f25-b35d-cfae148c5175" providerId="ADAL" clId="{6D9934B5-0EAF-41B8-B79C-DD8EAB3C16B5}" dt="2026-07-16T15:00:06.681" v="1258" actId="1038"/>
          <ac:spMkLst>
            <pc:docMk/>
            <pc:sldMk cId="825926607" sldId="263"/>
            <ac:spMk id="52" creationId="{1167D622-1BD4-4D0D-7A38-7705FBB6F054}"/>
          </ac:spMkLst>
        </pc:spChg>
        <pc:spChg chg="mod">
          <ac:chgData name="Eduardo S. Cudia" userId="b92cfa08-6a0f-4f25-b35d-cfae148c5175" providerId="ADAL" clId="{6D9934B5-0EAF-41B8-B79C-DD8EAB3C16B5}" dt="2026-07-16T15:00:06.681" v="1258" actId="1038"/>
          <ac:spMkLst>
            <pc:docMk/>
            <pc:sldMk cId="825926607" sldId="263"/>
            <ac:spMk id="54" creationId="{16008E63-21B3-6E2C-4A32-A0B29DDB34E8}"/>
          </ac:spMkLst>
        </pc:spChg>
        <pc:spChg chg="mod">
          <ac:chgData name="Eduardo S. Cudia" userId="b92cfa08-6a0f-4f25-b35d-cfae148c5175" providerId="ADAL" clId="{6D9934B5-0EAF-41B8-B79C-DD8EAB3C16B5}" dt="2026-07-16T15:00:42.688" v="1264" actId="14100"/>
          <ac:spMkLst>
            <pc:docMk/>
            <pc:sldMk cId="825926607" sldId="263"/>
            <ac:spMk id="56" creationId="{4522C382-230A-4962-2CD9-D012891CC81E}"/>
          </ac:spMkLst>
        </pc:spChg>
        <pc:spChg chg="mod">
          <ac:chgData name="Eduardo S. Cudia" userId="b92cfa08-6a0f-4f25-b35d-cfae148c5175" providerId="ADAL" clId="{6D9934B5-0EAF-41B8-B79C-DD8EAB3C16B5}" dt="2026-07-16T15:01:11.076" v="1272" actId="207"/>
          <ac:spMkLst>
            <pc:docMk/>
            <pc:sldMk cId="825926607" sldId="263"/>
            <ac:spMk id="58" creationId="{5086658D-9A6D-0B44-603E-E4C1ADA6CD66}"/>
          </ac:spMkLst>
        </pc:spChg>
        <pc:spChg chg="add mod">
          <ac:chgData name="Eduardo S. Cudia" userId="b92cfa08-6a0f-4f25-b35d-cfae148c5175" providerId="ADAL" clId="{6D9934B5-0EAF-41B8-B79C-DD8EAB3C16B5}" dt="2026-07-16T15:01:17.213" v="1273" actId="14100"/>
          <ac:spMkLst>
            <pc:docMk/>
            <pc:sldMk cId="825926607" sldId="263"/>
            <ac:spMk id="60" creationId="{182D24D5-11BC-2D59-B83E-9CC53A23B764}"/>
          </ac:spMkLst>
        </pc:spChg>
        <pc:spChg chg="add mod">
          <ac:chgData name="Eduardo S. Cudia" userId="b92cfa08-6a0f-4f25-b35d-cfae148c5175" providerId="ADAL" clId="{6D9934B5-0EAF-41B8-B79C-DD8EAB3C16B5}" dt="2026-07-16T14:57:53.320" v="1189" actId="207"/>
          <ac:spMkLst>
            <pc:docMk/>
            <pc:sldMk cId="825926607" sldId="263"/>
            <ac:spMk id="62" creationId="{65A58ED2-1E1F-D22A-8345-A4594DFD4E76}"/>
          </ac:spMkLst>
        </pc:spChg>
        <pc:spChg chg="mod">
          <ac:chgData name="Eduardo S. Cudia" userId="b92cfa08-6a0f-4f25-b35d-cfae148c5175" providerId="ADAL" clId="{6D9934B5-0EAF-41B8-B79C-DD8EAB3C16B5}" dt="2026-07-16T15:01:11.076" v="1272" actId="207"/>
          <ac:spMkLst>
            <pc:docMk/>
            <pc:sldMk cId="825926607" sldId="263"/>
            <ac:spMk id="64" creationId="{BD4C1FE1-DF21-3DCF-01B3-4E49C7320ADF}"/>
          </ac:spMkLst>
        </pc:spChg>
        <pc:spChg chg="mod">
          <ac:chgData name="Eduardo S. Cudia" userId="b92cfa08-6a0f-4f25-b35d-cfae148c5175" providerId="ADAL" clId="{6D9934B5-0EAF-41B8-B79C-DD8EAB3C16B5}" dt="2026-07-16T15:01:00.293" v="1270" actId="1076"/>
          <ac:spMkLst>
            <pc:docMk/>
            <pc:sldMk cId="825926607" sldId="263"/>
            <ac:spMk id="66" creationId="{9AF46D1B-ECC5-FC21-B399-C2A20E838ED6}"/>
          </ac:spMkLst>
        </pc:spChg>
        <pc:spChg chg="mod">
          <ac:chgData name="Eduardo S. Cudia" userId="b92cfa08-6a0f-4f25-b35d-cfae148c5175" providerId="ADAL" clId="{6D9934B5-0EAF-41B8-B79C-DD8EAB3C16B5}" dt="2026-07-16T15:01:55.016" v="1281" actId="1035"/>
          <ac:spMkLst>
            <pc:docMk/>
            <pc:sldMk cId="825926607" sldId="263"/>
            <ac:spMk id="70" creationId="{647E17EA-8B62-F19B-15CF-90F830B1E562}"/>
          </ac:spMkLst>
        </pc:spChg>
      </pc:sldChg>
      <pc:sldChg chg="addSp delSp modSp mod">
        <pc:chgData name="Eduardo S. Cudia" userId="b92cfa08-6a0f-4f25-b35d-cfae148c5175" providerId="ADAL" clId="{6D9934B5-0EAF-41B8-B79C-DD8EAB3C16B5}" dt="2026-07-16T15:45:29.986" v="2089" actId="1038"/>
        <pc:sldMkLst>
          <pc:docMk/>
          <pc:sldMk cId="4276270353" sldId="264"/>
        </pc:sldMkLst>
        <pc:spChg chg="del">
          <ac:chgData name="Eduardo S. Cudia" userId="b92cfa08-6a0f-4f25-b35d-cfae148c5175" providerId="ADAL" clId="{6D9934B5-0EAF-41B8-B79C-DD8EAB3C16B5}" dt="2026-07-16T14:43:48.968" v="686" actId="478"/>
          <ac:spMkLst>
            <pc:docMk/>
            <pc:sldMk cId="4276270353" sldId="264"/>
            <ac:spMk id="3" creationId="{8B73FCA8-AAA7-A363-6684-B6013E851EDC}"/>
          </ac:spMkLst>
        </pc:spChg>
        <pc:spChg chg="add">
          <ac:chgData name="Eduardo S. Cudia" userId="b92cfa08-6a0f-4f25-b35d-cfae148c5175" providerId="ADAL" clId="{6D9934B5-0EAF-41B8-B79C-DD8EAB3C16B5}" dt="2026-07-16T14:44:20.613" v="718" actId="22"/>
          <ac:spMkLst>
            <pc:docMk/>
            <pc:sldMk cId="4276270353" sldId="264"/>
            <ac:spMk id="4" creationId="{8C5DEF86-0107-FFC8-3D3B-66F54C2ACCFB}"/>
          </ac:spMkLst>
        </pc:spChg>
        <pc:spChg chg="mod">
          <ac:chgData name="Eduardo S. Cudia" userId="b92cfa08-6a0f-4f25-b35d-cfae148c5175" providerId="ADAL" clId="{6D9934B5-0EAF-41B8-B79C-DD8EAB3C16B5}" dt="2026-07-16T15:41:59.309" v="1931" actId="2711"/>
          <ac:spMkLst>
            <pc:docMk/>
            <pc:sldMk cId="4276270353" sldId="264"/>
            <ac:spMk id="7" creationId="{14B9CEA5-6A44-0174-4A06-5463AADF9AD8}"/>
          </ac:spMkLst>
        </pc:spChg>
        <pc:spChg chg="del">
          <ac:chgData name="Eduardo S. Cudia" userId="b92cfa08-6a0f-4f25-b35d-cfae148c5175" providerId="ADAL" clId="{6D9934B5-0EAF-41B8-B79C-DD8EAB3C16B5}" dt="2026-07-16T14:43:48.968" v="686" actId="478"/>
          <ac:spMkLst>
            <pc:docMk/>
            <pc:sldMk cId="4276270353" sldId="264"/>
            <ac:spMk id="10" creationId="{C9806EEF-0CED-859D-95E4-DE4C73CB11EC}"/>
          </ac:spMkLst>
        </pc:spChg>
        <pc:spChg chg="add mod">
          <ac:chgData name="Eduardo S. Cudia" userId="b92cfa08-6a0f-4f25-b35d-cfae148c5175" providerId="ADAL" clId="{6D9934B5-0EAF-41B8-B79C-DD8EAB3C16B5}" dt="2026-07-16T15:42:05.902" v="1932" actId="207"/>
          <ac:spMkLst>
            <pc:docMk/>
            <pc:sldMk cId="4276270353" sldId="264"/>
            <ac:spMk id="11" creationId="{0151F691-6545-1A31-DF38-16C343130F1A}"/>
          </ac:spMkLst>
        </pc:spChg>
        <pc:spChg chg="del mod">
          <ac:chgData name="Eduardo S. Cudia" userId="b92cfa08-6a0f-4f25-b35d-cfae148c5175" providerId="ADAL" clId="{6D9934B5-0EAF-41B8-B79C-DD8EAB3C16B5}" dt="2026-07-16T14:43:48.968" v="686" actId="478"/>
          <ac:spMkLst>
            <pc:docMk/>
            <pc:sldMk cId="4276270353" sldId="264"/>
            <ac:spMk id="12" creationId="{202FF6BA-2295-70BE-4556-0BCF3AA0713F}"/>
          </ac:spMkLst>
        </pc:spChg>
        <pc:spChg chg="mod">
          <ac:chgData name="Eduardo S. Cudia" userId="b92cfa08-6a0f-4f25-b35d-cfae148c5175" providerId="ADAL" clId="{6D9934B5-0EAF-41B8-B79C-DD8EAB3C16B5}" dt="2026-07-15T16:21:56.796" v="269" actId="207"/>
          <ac:spMkLst>
            <pc:docMk/>
            <pc:sldMk cId="4276270353" sldId="264"/>
            <ac:spMk id="14" creationId="{63214E3F-F868-FFD8-EF75-7A6ED8401EF5}"/>
          </ac:spMkLst>
        </pc:spChg>
        <pc:spChg chg="mod">
          <ac:chgData name="Eduardo S. Cudia" userId="b92cfa08-6a0f-4f25-b35d-cfae148c5175" providerId="ADAL" clId="{6D9934B5-0EAF-41B8-B79C-DD8EAB3C16B5}" dt="2026-07-16T15:44:13.534" v="2026" actId="1035"/>
          <ac:spMkLst>
            <pc:docMk/>
            <pc:sldMk cId="4276270353" sldId="264"/>
            <ac:spMk id="15" creationId="{D8B73162-9BC0-CDFB-E4F9-E81474ED0972}"/>
          </ac:spMkLst>
        </pc:spChg>
        <pc:spChg chg="mod">
          <ac:chgData name="Eduardo S. Cudia" userId="b92cfa08-6a0f-4f25-b35d-cfae148c5175" providerId="ADAL" clId="{6D9934B5-0EAF-41B8-B79C-DD8EAB3C16B5}" dt="2026-07-15T16:21:37.500" v="252" actId="123"/>
          <ac:spMkLst>
            <pc:docMk/>
            <pc:sldMk cId="4276270353" sldId="264"/>
            <ac:spMk id="16" creationId="{BA2CF38B-449A-E16F-76F5-0478987642DF}"/>
          </ac:spMkLst>
        </pc:spChg>
        <pc:spChg chg="del">
          <ac:chgData name="Eduardo S. Cudia" userId="b92cfa08-6a0f-4f25-b35d-cfae148c5175" providerId="ADAL" clId="{6D9934B5-0EAF-41B8-B79C-DD8EAB3C16B5}" dt="2026-07-16T14:43:48.968" v="686" actId="478"/>
          <ac:spMkLst>
            <pc:docMk/>
            <pc:sldMk cId="4276270353" sldId="264"/>
            <ac:spMk id="18" creationId="{AB514E1D-E01A-EFBD-54C0-EB92269CCB86}"/>
          </ac:spMkLst>
        </pc:spChg>
        <pc:spChg chg="add mod">
          <ac:chgData name="Eduardo S. Cudia" userId="b92cfa08-6a0f-4f25-b35d-cfae148c5175" providerId="ADAL" clId="{6D9934B5-0EAF-41B8-B79C-DD8EAB3C16B5}" dt="2026-07-16T15:44:09.961" v="2008" actId="1035"/>
          <ac:spMkLst>
            <pc:docMk/>
            <pc:sldMk cId="4276270353" sldId="264"/>
            <ac:spMk id="19" creationId="{263BC934-8AB9-F5AC-C6E1-357DC41987D7}"/>
          </ac:spMkLst>
        </pc:spChg>
        <pc:spChg chg="del mod">
          <ac:chgData name="Eduardo S. Cudia" userId="b92cfa08-6a0f-4f25-b35d-cfae148c5175" providerId="ADAL" clId="{6D9934B5-0EAF-41B8-B79C-DD8EAB3C16B5}" dt="2026-07-16T14:43:48.968" v="686" actId="478"/>
          <ac:spMkLst>
            <pc:docMk/>
            <pc:sldMk cId="4276270353" sldId="264"/>
            <ac:spMk id="20" creationId="{84011B87-41EB-C38D-1CAA-7AED56A6FD14}"/>
          </ac:spMkLst>
        </pc:spChg>
        <pc:spChg chg="mod">
          <ac:chgData name="Eduardo S. Cudia" userId="b92cfa08-6a0f-4f25-b35d-cfae148c5175" providerId="ADAL" clId="{6D9934B5-0EAF-41B8-B79C-DD8EAB3C16B5}" dt="2026-07-15T16:21:40.083" v="253" actId="123"/>
          <ac:spMkLst>
            <pc:docMk/>
            <pc:sldMk cId="4276270353" sldId="264"/>
            <ac:spMk id="22" creationId="{75D277CF-80DC-D3E3-C72A-DF94289F89F0}"/>
          </ac:spMkLst>
        </pc:spChg>
        <pc:spChg chg="add mod">
          <ac:chgData name="Eduardo S. Cudia" userId="b92cfa08-6a0f-4f25-b35d-cfae148c5175" providerId="ADAL" clId="{6D9934B5-0EAF-41B8-B79C-DD8EAB3C16B5}" dt="2026-07-16T15:43:55.732" v="1992" actId="207"/>
          <ac:spMkLst>
            <pc:docMk/>
            <pc:sldMk cId="4276270353" sldId="264"/>
            <ac:spMk id="23" creationId="{330A345F-A18A-4982-CBCC-31961086C19E}"/>
          </ac:spMkLst>
        </pc:spChg>
        <pc:spChg chg="del mod">
          <ac:chgData name="Eduardo S. Cudia" userId="b92cfa08-6a0f-4f25-b35d-cfae148c5175" providerId="ADAL" clId="{6D9934B5-0EAF-41B8-B79C-DD8EAB3C16B5}" dt="2026-07-16T14:43:48.968" v="686" actId="478"/>
          <ac:spMkLst>
            <pc:docMk/>
            <pc:sldMk cId="4276270353" sldId="264"/>
            <ac:spMk id="24" creationId="{5ED75D72-1291-D5E8-7B5B-63DCD2C565C5}"/>
          </ac:spMkLst>
        </pc:spChg>
        <pc:spChg chg="mod">
          <ac:chgData name="Eduardo S. Cudia" userId="b92cfa08-6a0f-4f25-b35d-cfae148c5175" providerId="ADAL" clId="{6D9934B5-0EAF-41B8-B79C-DD8EAB3C16B5}" dt="2026-07-15T16:22:37.187" v="292" actId="1036"/>
          <ac:spMkLst>
            <pc:docMk/>
            <pc:sldMk cId="4276270353" sldId="264"/>
            <ac:spMk id="26" creationId="{98FAFD23-974E-6E44-4B67-0EDAFE5B8C88}"/>
          </ac:spMkLst>
        </pc:spChg>
        <pc:spChg chg="add mod">
          <ac:chgData name="Eduardo S. Cudia" userId="b92cfa08-6a0f-4f25-b35d-cfae148c5175" providerId="ADAL" clId="{6D9934B5-0EAF-41B8-B79C-DD8EAB3C16B5}" dt="2026-07-16T15:43:46.434" v="1990" actId="113"/>
          <ac:spMkLst>
            <pc:docMk/>
            <pc:sldMk cId="4276270353" sldId="264"/>
            <ac:spMk id="27" creationId="{BDD71857-0494-4DB0-54A8-D3C020E87CE3}"/>
          </ac:spMkLst>
        </pc:spChg>
        <pc:spChg chg="del mod">
          <ac:chgData name="Eduardo S. Cudia" userId="b92cfa08-6a0f-4f25-b35d-cfae148c5175" providerId="ADAL" clId="{6D9934B5-0EAF-41B8-B79C-DD8EAB3C16B5}" dt="2026-07-16T14:43:48.968" v="686" actId="478"/>
          <ac:spMkLst>
            <pc:docMk/>
            <pc:sldMk cId="4276270353" sldId="264"/>
            <ac:spMk id="28" creationId="{DAC8DA0E-00BC-19DF-C513-E9DC63726824}"/>
          </ac:spMkLst>
        </pc:spChg>
        <pc:spChg chg="mod">
          <ac:chgData name="Eduardo S. Cudia" userId="b92cfa08-6a0f-4f25-b35d-cfae148c5175" providerId="ADAL" clId="{6D9934B5-0EAF-41B8-B79C-DD8EAB3C16B5}" dt="2026-07-15T16:21:33.091" v="251" actId="255"/>
          <ac:spMkLst>
            <pc:docMk/>
            <pc:sldMk cId="4276270353" sldId="264"/>
            <ac:spMk id="30" creationId="{E3ABF851-2250-E66A-DAB4-29F2DDE313E8}"/>
          </ac:spMkLst>
        </pc:spChg>
        <pc:spChg chg="mod">
          <ac:chgData name="Eduardo S. Cudia" userId="b92cfa08-6a0f-4f25-b35d-cfae148c5175" providerId="ADAL" clId="{6D9934B5-0EAF-41B8-B79C-DD8EAB3C16B5}" dt="2026-07-16T15:44:09.961" v="2008" actId="1035"/>
          <ac:spMkLst>
            <pc:docMk/>
            <pc:sldMk cId="4276270353" sldId="264"/>
            <ac:spMk id="31" creationId="{E23605D6-0726-A8E2-E23B-B9889E77CB80}"/>
          </ac:spMkLst>
        </pc:spChg>
        <pc:spChg chg="del mod">
          <ac:chgData name="Eduardo S. Cudia" userId="b92cfa08-6a0f-4f25-b35d-cfae148c5175" providerId="ADAL" clId="{6D9934B5-0EAF-41B8-B79C-DD8EAB3C16B5}" dt="2026-07-16T14:43:48.968" v="686" actId="478"/>
          <ac:spMkLst>
            <pc:docMk/>
            <pc:sldMk cId="4276270353" sldId="264"/>
            <ac:spMk id="32" creationId="{6E74FC0C-048E-8BA9-FA2C-B803519E9078}"/>
          </ac:spMkLst>
        </pc:spChg>
        <pc:spChg chg="del mod">
          <ac:chgData name="Eduardo S. Cudia" userId="b92cfa08-6a0f-4f25-b35d-cfae148c5175" providerId="ADAL" clId="{6D9934B5-0EAF-41B8-B79C-DD8EAB3C16B5}" dt="2026-07-16T14:43:48.968" v="686" actId="478"/>
          <ac:spMkLst>
            <pc:docMk/>
            <pc:sldMk cId="4276270353" sldId="264"/>
            <ac:spMk id="34" creationId="{77B8B81B-5342-FDA5-DB5D-B1253DF2D11D}"/>
          </ac:spMkLst>
        </pc:spChg>
        <pc:spChg chg="mod">
          <ac:chgData name="Eduardo S. Cudia" userId="b92cfa08-6a0f-4f25-b35d-cfae148c5175" providerId="ADAL" clId="{6D9934B5-0EAF-41B8-B79C-DD8EAB3C16B5}" dt="2026-07-16T15:44:09.961" v="2008" actId="1035"/>
          <ac:spMkLst>
            <pc:docMk/>
            <pc:sldMk cId="4276270353" sldId="264"/>
            <ac:spMk id="35" creationId="{F647BF14-FBD8-C7E2-0D6E-864C0B6F5421}"/>
          </ac:spMkLst>
        </pc:spChg>
        <pc:spChg chg="del">
          <ac:chgData name="Eduardo S. Cudia" userId="b92cfa08-6a0f-4f25-b35d-cfae148c5175" providerId="ADAL" clId="{6D9934B5-0EAF-41B8-B79C-DD8EAB3C16B5}" dt="2026-07-16T14:43:48.968" v="686" actId="478"/>
          <ac:spMkLst>
            <pc:docMk/>
            <pc:sldMk cId="4276270353" sldId="264"/>
            <ac:spMk id="36" creationId="{0538B238-7B40-8700-F429-A0B05CA58690}"/>
          </ac:spMkLst>
        </pc:spChg>
        <pc:spChg chg="mod">
          <ac:chgData name="Eduardo S. Cudia" userId="b92cfa08-6a0f-4f25-b35d-cfae148c5175" providerId="ADAL" clId="{6D9934B5-0EAF-41B8-B79C-DD8EAB3C16B5}" dt="2026-07-16T15:44:09.961" v="2008" actId="1035"/>
          <ac:spMkLst>
            <pc:docMk/>
            <pc:sldMk cId="4276270353" sldId="264"/>
            <ac:spMk id="38" creationId="{F6B26CC4-0D24-7B01-AA3F-31C896956E6B}"/>
          </ac:spMkLst>
        </pc:spChg>
        <pc:spChg chg="mod">
          <ac:chgData name="Eduardo S. Cudia" userId="b92cfa08-6a0f-4f25-b35d-cfae148c5175" providerId="ADAL" clId="{6D9934B5-0EAF-41B8-B79C-DD8EAB3C16B5}" dt="2026-07-16T15:44:09.961" v="2008" actId="1035"/>
          <ac:spMkLst>
            <pc:docMk/>
            <pc:sldMk cId="4276270353" sldId="264"/>
            <ac:spMk id="40" creationId="{1E598B30-AA14-B34C-CCBC-47526A1F5929}"/>
          </ac:spMkLst>
        </pc:spChg>
        <pc:spChg chg="mod">
          <ac:chgData name="Eduardo S. Cudia" userId="b92cfa08-6a0f-4f25-b35d-cfae148c5175" providerId="ADAL" clId="{6D9934B5-0EAF-41B8-B79C-DD8EAB3C16B5}" dt="2026-07-16T15:44:09.961" v="2008" actId="1035"/>
          <ac:spMkLst>
            <pc:docMk/>
            <pc:sldMk cId="4276270353" sldId="264"/>
            <ac:spMk id="42" creationId="{7F428908-2B53-33DD-729A-4295C765047F}"/>
          </ac:spMkLst>
        </pc:spChg>
        <pc:spChg chg="mod">
          <ac:chgData name="Eduardo S. Cudia" userId="b92cfa08-6a0f-4f25-b35d-cfae148c5175" providerId="ADAL" clId="{6D9934B5-0EAF-41B8-B79C-DD8EAB3C16B5}" dt="2026-07-16T15:44:09.961" v="2008" actId="1035"/>
          <ac:spMkLst>
            <pc:docMk/>
            <pc:sldMk cId="4276270353" sldId="264"/>
            <ac:spMk id="44" creationId="{B79E40AB-CAC2-128E-C15A-1F1AC49571ED}"/>
          </ac:spMkLst>
        </pc:spChg>
        <pc:spChg chg="mod">
          <ac:chgData name="Eduardo S. Cudia" userId="b92cfa08-6a0f-4f25-b35d-cfae148c5175" providerId="ADAL" clId="{6D9934B5-0EAF-41B8-B79C-DD8EAB3C16B5}" dt="2026-07-16T15:44:09.961" v="2008" actId="1035"/>
          <ac:spMkLst>
            <pc:docMk/>
            <pc:sldMk cId="4276270353" sldId="264"/>
            <ac:spMk id="46" creationId="{568DD074-BB34-A367-690D-36FBDB5B43FA}"/>
          </ac:spMkLst>
        </pc:spChg>
        <pc:spChg chg="add mod">
          <ac:chgData name="Eduardo S. Cudia" userId="b92cfa08-6a0f-4f25-b35d-cfae148c5175" providerId="ADAL" clId="{6D9934B5-0EAF-41B8-B79C-DD8EAB3C16B5}" dt="2026-07-16T15:44:09.961" v="2008" actId="1035"/>
          <ac:spMkLst>
            <pc:docMk/>
            <pc:sldMk cId="4276270353" sldId="264"/>
            <ac:spMk id="48" creationId="{17E58BC0-1824-EBDC-6880-DABA26DCCAFD}"/>
          </ac:spMkLst>
        </pc:spChg>
        <pc:spChg chg="add mod">
          <ac:chgData name="Eduardo S. Cudia" userId="b92cfa08-6a0f-4f25-b35d-cfae148c5175" providerId="ADAL" clId="{6D9934B5-0EAF-41B8-B79C-DD8EAB3C16B5}" dt="2026-07-16T15:44:09.961" v="2008" actId="1035"/>
          <ac:spMkLst>
            <pc:docMk/>
            <pc:sldMk cId="4276270353" sldId="264"/>
            <ac:spMk id="50" creationId="{03DA6959-DE26-7B1E-A93D-92ABD6EDD9C4}"/>
          </ac:spMkLst>
        </pc:spChg>
        <pc:spChg chg="mod">
          <ac:chgData name="Eduardo S. Cudia" userId="b92cfa08-6a0f-4f25-b35d-cfae148c5175" providerId="ADAL" clId="{6D9934B5-0EAF-41B8-B79C-DD8EAB3C16B5}" dt="2026-07-16T15:43:00.636" v="1974" actId="207"/>
          <ac:spMkLst>
            <pc:docMk/>
            <pc:sldMk cId="4276270353" sldId="264"/>
            <ac:spMk id="52" creationId="{6BC88F75-0E69-C3E9-F4FD-90A69A1E4A2F}"/>
          </ac:spMkLst>
        </pc:spChg>
        <pc:spChg chg="mod">
          <ac:chgData name="Eduardo S. Cudia" userId="b92cfa08-6a0f-4f25-b35d-cfae148c5175" providerId="ADAL" clId="{6D9934B5-0EAF-41B8-B79C-DD8EAB3C16B5}" dt="2026-07-16T15:45:26.057" v="2078" actId="207"/>
          <ac:spMkLst>
            <pc:docMk/>
            <pc:sldMk cId="4276270353" sldId="264"/>
            <ac:spMk id="54" creationId="{57835812-5BD7-D48F-814E-561D8CEF0169}"/>
          </ac:spMkLst>
        </pc:spChg>
        <pc:spChg chg="add mod">
          <ac:chgData name="Eduardo S. Cudia" userId="b92cfa08-6a0f-4f25-b35d-cfae148c5175" providerId="ADAL" clId="{6D9934B5-0EAF-41B8-B79C-DD8EAB3C16B5}" dt="2026-07-16T15:45:29.986" v="2089" actId="1038"/>
          <ac:spMkLst>
            <pc:docMk/>
            <pc:sldMk cId="4276270353" sldId="264"/>
            <ac:spMk id="56" creationId="{B0DEE07A-E773-A277-0E7B-AA2DC7F05568}"/>
          </ac:spMkLst>
        </pc:spChg>
        <pc:spChg chg="mod">
          <ac:chgData name="Eduardo S. Cudia" userId="b92cfa08-6a0f-4f25-b35d-cfae148c5175" providerId="ADAL" clId="{6D9934B5-0EAF-41B8-B79C-DD8EAB3C16B5}" dt="2026-07-16T15:43:00.636" v="1974" actId="207"/>
          <ac:spMkLst>
            <pc:docMk/>
            <pc:sldMk cId="4276270353" sldId="264"/>
            <ac:spMk id="58" creationId="{D10AE290-BD8D-A78B-A170-560E3E388D3C}"/>
          </ac:spMkLst>
        </pc:spChg>
        <pc:spChg chg="add mod">
          <ac:chgData name="Eduardo S. Cudia" userId="b92cfa08-6a0f-4f25-b35d-cfae148c5175" providerId="ADAL" clId="{6D9934B5-0EAF-41B8-B79C-DD8EAB3C16B5}" dt="2026-07-16T15:45:26.057" v="2078" actId="207"/>
          <ac:spMkLst>
            <pc:docMk/>
            <pc:sldMk cId="4276270353" sldId="264"/>
            <ac:spMk id="60" creationId="{F3DD6B44-864C-738C-FECA-6A3ABF5ADC20}"/>
          </ac:spMkLst>
        </pc:spChg>
        <pc:spChg chg="add mod">
          <ac:chgData name="Eduardo S. Cudia" userId="b92cfa08-6a0f-4f25-b35d-cfae148c5175" providerId="ADAL" clId="{6D9934B5-0EAF-41B8-B79C-DD8EAB3C16B5}" dt="2026-07-16T15:45:29.986" v="2089" actId="1038"/>
          <ac:spMkLst>
            <pc:docMk/>
            <pc:sldMk cId="4276270353" sldId="264"/>
            <ac:spMk id="62" creationId="{867AB5AF-B1C8-B3A9-C718-0CA50E00F3E8}"/>
          </ac:spMkLst>
        </pc:spChg>
        <pc:spChg chg="mod">
          <ac:chgData name="Eduardo S. Cudia" userId="b92cfa08-6a0f-4f25-b35d-cfae148c5175" providerId="ADAL" clId="{6D9934B5-0EAF-41B8-B79C-DD8EAB3C16B5}" dt="2026-07-16T15:41:32.336" v="1928" actId="207"/>
          <ac:spMkLst>
            <pc:docMk/>
            <pc:sldMk cId="4276270353" sldId="264"/>
            <ac:spMk id="64" creationId="{298F6624-BF04-517B-25B0-B2B970C70D41}"/>
          </ac:spMkLst>
        </pc:spChg>
        <pc:spChg chg="add mod">
          <ac:chgData name="Eduardo S. Cudia" userId="b92cfa08-6a0f-4f25-b35d-cfae148c5175" providerId="ADAL" clId="{6D9934B5-0EAF-41B8-B79C-DD8EAB3C16B5}" dt="2026-07-16T15:42:41.868" v="1971" actId="1035"/>
          <ac:spMkLst>
            <pc:docMk/>
            <pc:sldMk cId="4276270353" sldId="264"/>
            <ac:spMk id="66" creationId="{F92E1A7F-C7C1-A3CE-74A6-7028DF6BB308}"/>
          </ac:spMkLst>
        </pc:spChg>
      </pc:sldChg>
      <pc:sldChg chg="addSp delSp modSp mod">
        <pc:chgData name="Eduardo S. Cudia" userId="b92cfa08-6a0f-4f25-b35d-cfae148c5175" providerId="ADAL" clId="{6D9934B5-0EAF-41B8-B79C-DD8EAB3C16B5}" dt="2026-07-16T15:35:56.240" v="1924" actId="1037"/>
        <pc:sldMkLst>
          <pc:docMk/>
          <pc:sldMk cId="2197111913" sldId="265"/>
        </pc:sldMkLst>
        <pc:spChg chg="del">
          <ac:chgData name="Eduardo S. Cudia" userId="b92cfa08-6a0f-4f25-b35d-cfae148c5175" providerId="ADAL" clId="{6D9934B5-0EAF-41B8-B79C-DD8EAB3C16B5}" dt="2026-07-16T14:43:46.285" v="685" actId="478"/>
          <ac:spMkLst>
            <pc:docMk/>
            <pc:sldMk cId="2197111913" sldId="265"/>
            <ac:spMk id="3" creationId="{2517ACEF-FDB1-73D2-D2E6-10662C3E0509}"/>
          </ac:spMkLst>
        </pc:spChg>
        <pc:spChg chg="add">
          <ac:chgData name="Eduardo S. Cudia" userId="b92cfa08-6a0f-4f25-b35d-cfae148c5175" providerId="ADAL" clId="{6D9934B5-0EAF-41B8-B79C-DD8EAB3C16B5}" dt="2026-07-16T14:44:19.755" v="717" actId="22"/>
          <ac:spMkLst>
            <pc:docMk/>
            <pc:sldMk cId="2197111913" sldId="265"/>
            <ac:spMk id="4" creationId="{53583327-F7A2-4CD6-98AF-69BBF3408565}"/>
          </ac:spMkLst>
        </pc:spChg>
        <pc:spChg chg="del">
          <ac:chgData name="Eduardo S. Cudia" userId="b92cfa08-6a0f-4f25-b35d-cfae148c5175" providerId="ADAL" clId="{6D9934B5-0EAF-41B8-B79C-DD8EAB3C16B5}" dt="2026-07-16T14:43:46.285" v="685" actId="478"/>
          <ac:spMkLst>
            <pc:docMk/>
            <pc:sldMk cId="2197111913" sldId="265"/>
            <ac:spMk id="5" creationId="{5065BB24-A6FE-2B4D-D314-47D62EA06198}"/>
          </ac:spMkLst>
        </pc:spChg>
        <pc:spChg chg="add mod">
          <ac:chgData name="Eduardo S. Cudia" userId="b92cfa08-6a0f-4f25-b35d-cfae148c5175" providerId="ADAL" clId="{6D9934B5-0EAF-41B8-B79C-DD8EAB3C16B5}" dt="2026-07-16T15:33:12.587" v="1824" actId="255"/>
          <ac:spMkLst>
            <pc:docMk/>
            <pc:sldMk cId="2197111913" sldId="265"/>
            <ac:spMk id="7" creationId="{138744CF-F71E-ABE9-8A3E-EA8879901202}"/>
          </ac:spMkLst>
        </pc:spChg>
        <pc:spChg chg="del">
          <ac:chgData name="Eduardo S. Cudia" userId="b92cfa08-6a0f-4f25-b35d-cfae148c5175" providerId="ADAL" clId="{6D9934B5-0EAF-41B8-B79C-DD8EAB3C16B5}" dt="2026-07-16T14:43:46.285" v="685" actId="478"/>
          <ac:spMkLst>
            <pc:docMk/>
            <pc:sldMk cId="2197111913" sldId="265"/>
            <ac:spMk id="10" creationId="{7035CEB3-417E-D0B5-D502-BEE13C75C8DD}"/>
          </ac:spMkLst>
        </pc:spChg>
        <pc:spChg chg="mod">
          <ac:chgData name="Eduardo S. Cudia" userId="b92cfa08-6a0f-4f25-b35d-cfae148c5175" providerId="ADAL" clId="{6D9934B5-0EAF-41B8-B79C-DD8EAB3C16B5}" dt="2026-07-16T15:33:19.033" v="1825" actId="207"/>
          <ac:spMkLst>
            <pc:docMk/>
            <pc:sldMk cId="2197111913" sldId="265"/>
            <ac:spMk id="11" creationId="{E8669F7D-1BC7-01E5-3D8E-793B5B89A69E}"/>
          </ac:spMkLst>
        </pc:spChg>
        <pc:spChg chg="mod">
          <ac:chgData name="Eduardo S. Cudia" userId="b92cfa08-6a0f-4f25-b35d-cfae148c5175" providerId="ADAL" clId="{6D9934B5-0EAF-41B8-B79C-DD8EAB3C16B5}" dt="2026-07-15T16:20:39.856" v="187" actId="255"/>
          <ac:spMkLst>
            <pc:docMk/>
            <pc:sldMk cId="2197111913" sldId="265"/>
            <ac:spMk id="12" creationId="{2EDAB4B9-4A96-4209-07CE-5076A21BCEEF}"/>
          </ac:spMkLst>
        </pc:spChg>
        <pc:spChg chg="mod">
          <ac:chgData name="Eduardo S. Cudia" userId="b92cfa08-6a0f-4f25-b35d-cfae148c5175" providerId="ADAL" clId="{6D9934B5-0EAF-41B8-B79C-DD8EAB3C16B5}" dt="2026-07-15T16:20:39.856" v="187" actId="255"/>
          <ac:spMkLst>
            <pc:docMk/>
            <pc:sldMk cId="2197111913" sldId="265"/>
            <ac:spMk id="14" creationId="{748DDF20-FF7E-7417-51A8-35F8CD8F3408}"/>
          </ac:spMkLst>
        </pc:spChg>
        <pc:spChg chg="mod">
          <ac:chgData name="Eduardo S. Cudia" userId="b92cfa08-6a0f-4f25-b35d-cfae148c5175" providerId="ADAL" clId="{6D9934B5-0EAF-41B8-B79C-DD8EAB3C16B5}" dt="2026-07-16T15:35:41.925" v="1915" actId="14100"/>
          <ac:spMkLst>
            <pc:docMk/>
            <pc:sldMk cId="2197111913" sldId="265"/>
            <ac:spMk id="15" creationId="{C4AC69C5-0DE3-9248-271C-13D2571AC122}"/>
          </ac:spMkLst>
        </pc:spChg>
        <pc:spChg chg="mod">
          <ac:chgData name="Eduardo S. Cudia" userId="b92cfa08-6a0f-4f25-b35d-cfae148c5175" providerId="ADAL" clId="{6D9934B5-0EAF-41B8-B79C-DD8EAB3C16B5}" dt="2026-07-15T16:20:39.856" v="187" actId="255"/>
          <ac:spMkLst>
            <pc:docMk/>
            <pc:sldMk cId="2197111913" sldId="265"/>
            <ac:spMk id="18" creationId="{2BBC8FA3-3BFA-9B76-D0CF-41DCD0D3A87C}"/>
          </ac:spMkLst>
        </pc:spChg>
        <pc:spChg chg="mod">
          <ac:chgData name="Eduardo S. Cudia" userId="b92cfa08-6a0f-4f25-b35d-cfae148c5175" providerId="ADAL" clId="{6D9934B5-0EAF-41B8-B79C-DD8EAB3C16B5}" dt="2026-07-16T15:34:59.799" v="1881" actId="207"/>
          <ac:spMkLst>
            <pc:docMk/>
            <pc:sldMk cId="2197111913" sldId="265"/>
            <ac:spMk id="19" creationId="{BF9ED9A1-8803-5D5D-E388-545E35BB4B66}"/>
          </ac:spMkLst>
        </pc:spChg>
        <pc:spChg chg="mod">
          <ac:chgData name="Eduardo S. Cudia" userId="b92cfa08-6a0f-4f25-b35d-cfae148c5175" providerId="ADAL" clId="{6D9934B5-0EAF-41B8-B79C-DD8EAB3C16B5}" dt="2026-07-16T15:35:56.240" v="1924" actId="1037"/>
          <ac:spMkLst>
            <pc:docMk/>
            <pc:sldMk cId="2197111913" sldId="265"/>
            <ac:spMk id="23" creationId="{6A6AB9F6-D39F-5E73-EA68-105733B7B928}"/>
          </ac:spMkLst>
        </pc:spChg>
        <pc:spChg chg="mod">
          <ac:chgData name="Eduardo S. Cudia" userId="b92cfa08-6a0f-4f25-b35d-cfae148c5175" providerId="ADAL" clId="{6D9934B5-0EAF-41B8-B79C-DD8EAB3C16B5}" dt="2026-07-16T15:35:34.891" v="1914" actId="14100"/>
          <ac:spMkLst>
            <pc:docMk/>
            <pc:sldMk cId="2197111913" sldId="265"/>
            <ac:spMk id="27" creationId="{68B04062-97E3-8153-1E94-31736C131441}"/>
          </ac:spMkLst>
        </pc:spChg>
        <pc:spChg chg="mod">
          <ac:chgData name="Eduardo S. Cudia" userId="b92cfa08-6a0f-4f25-b35d-cfae148c5175" providerId="ADAL" clId="{6D9934B5-0EAF-41B8-B79C-DD8EAB3C16B5}" dt="2026-07-16T15:34:59.799" v="1881" actId="207"/>
          <ac:spMkLst>
            <pc:docMk/>
            <pc:sldMk cId="2197111913" sldId="265"/>
            <ac:spMk id="31" creationId="{ADC81686-7E65-BAF3-4CFA-01C17D29BDB4}"/>
          </ac:spMkLst>
        </pc:spChg>
        <pc:spChg chg="mod">
          <ac:chgData name="Eduardo S. Cudia" userId="b92cfa08-6a0f-4f25-b35d-cfae148c5175" providerId="ADAL" clId="{6D9934B5-0EAF-41B8-B79C-DD8EAB3C16B5}" dt="2026-07-15T16:20:39.856" v="187" actId="255"/>
          <ac:spMkLst>
            <pc:docMk/>
            <pc:sldMk cId="2197111913" sldId="265"/>
            <ac:spMk id="32" creationId="{9A1C14E0-06D6-06A3-0AA7-FA03C73CC183}"/>
          </ac:spMkLst>
        </pc:spChg>
        <pc:spChg chg="mod">
          <ac:chgData name="Eduardo S. Cudia" userId="b92cfa08-6a0f-4f25-b35d-cfae148c5175" providerId="ADAL" clId="{6D9934B5-0EAF-41B8-B79C-DD8EAB3C16B5}" dt="2026-07-16T15:35:48.537" v="1917" actId="123"/>
          <ac:spMkLst>
            <pc:docMk/>
            <pc:sldMk cId="2197111913" sldId="265"/>
            <ac:spMk id="35" creationId="{F27291D4-48C4-FF00-E8BD-7408A23C6E8C}"/>
          </ac:spMkLst>
        </pc:spChg>
        <pc:spChg chg="mod">
          <ac:chgData name="Eduardo S. Cudia" userId="b92cfa08-6a0f-4f25-b35d-cfae148c5175" providerId="ADAL" clId="{6D9934B5-0EAF-41B8-B79C-DD8EAB3C16B5}" dt="2026-07-15T16:20:39.856" v="187" actId="255"/>
          <ac:spMkLst>
            <pc:docMk/>
            <pc:sldMk cId="2197111913" sldId="265"/>
            <ac:spMk id="38" creationId="{69285BDC-29A7-86A3-5F10-24C900D3A2EA}"/>
          </ac:spMkLst>
        </pc:spChg>
        <pc:spChg chg="mod">
          <ac:chgData name="Eduardo S. Cudia" userId="b92cfa08-6a0f-4f25-b35d-cfae148c5175" providerId="ADAL" clId="{6D9934B5-0EAF-41B8-B79C-DD8EAB3C16B5}" dt="2026-07-16T15:35:32.731" v="1913" actId="14100"/>
          <ac:spMkLst>
            <pc:docMk/>
            <pc:sldMk cId="2197111913" sldId="265"/>
            <ac:spMk id="39" creationId="{AB6B76F7-E135-021B-B7BD-D8DABAC06AEC}"/>
          </ac:spMkLst>
        </pc:spChg>
        <pc:spChg chg="mod">
          <ac:chgData name="Eduardo S. Cudia" userId="b92cfa08-6a0f-4f25-b35d-cfae148c5175" providerId="ADAL" clId="{6D9934B5-0EAF-41B8-B79C-DD8EAB3C16B5}" dt="2026-07-16T15:35:05.411" v="1888" actId="1036"/>
          <ac:spMkLst>
            <pc:docMk/>
            <pc:sldMk cId="2197111913" sldId="265"/>
            <ac:spMk id="43" creationId="{6EA2CD1D-C910-D94F-044F-00395C14D63A}"/>
          </ac:spMkLst>
        </pc:spChg>
        <pc:spChg chg="mod">
          <ac:chgData name="Eduardo S. Cudia" userId="b92cfa08-6a0f-4f25-b35d-cfae148c5175" providerId="ADAL" clId="{6D9934B5-0EAF-41B8-B79C-DD8EAB3C16B5}" dt="2026-07-15T16:20:39.856" v="187" actId="255"/>
          <ac:spMkLst>
            <pc:docMk/>
            <pc:sldMk cId="2197111913" sldId="265"/>
            <ac:spMk id="46" creationId="{919BEE92-7395-33F4-3081-83AEE63DBD81}"/>
          </ac:spMkLst>
        </pc:spChg>
        <pc:spChg chg="add mod">
          <ac:chgData name="Eduardo S. Cudia" userId="b92cfa08-6a0f-4f25-b35d-cfae148c5175" providerId="ADAL" clId="{6D9934B5-0EAF-41B8-B79C-DD8EAB3C16B5}" dt="2026-07-16T15:35:53.349" v="1922" actId="1037"/>
          <ac:spMkLst>
            <pc:docMk/>
            <pc:sldMk cId="2197111913" sldId="265"/>
            <ac:spMk id="47" creationId="{BDE68917-3278-3CEB-4967-6EC5A4225DE7}"/>
          </ac:spMkLst>
        </pc:spChg>
        <pc:spChg chg="mod">
          <ac:chgData name="Eduardo S. Cudia" userId="b92cfa08-6a0f-4f25-b35d-cfae148c5175" providerId="ADAL" clId="{6D9934B5-0EAF-41B8-B79C-DD8EAB3C16B5}" dt="2026-07-16T15:35:30.230" v="1912" actId="1037"/>
          <ac:spMkLst>
            <pc:docMk/>
            <pc:sldMk cId="2197111913" sldId="265"/>
            <ac:spMk id="51" creationId="{12BC5655-2DF1-DBBC-1F7F-17BF61402BC5}"/>
          </ac:spMkLst>
        </pc:spChg>
        <pc:spChg chg="mod">
          <ac:chgData name="Eduardo S. Cudia" userId="b92cfa08-6a0f-4f25-b35d-cfae148c5175" providerId="ADAL" clId="{6D9934B5-0EAF-41B8-B79C-DD8EAB3C16B5}" dt="2026-07-16T15:35:30.230" v="1912" actId="1037"/>
          <ac:spMkLst>
            <pc:docMk/>
            <pc:sldMk cId="2197111913" sldId="265"/>
            <ac:spMk id="55" creationId="{92906FCE-99E9-DB22-66C3-2441ACF4ED65}"/>
          </ac:spMkLst>
        </pc:spChg>
        <pc:spChg chg="mod">
          <ac:chgData name="Eduardo S. Cudia" userId="b92cfa08-6a0f-4f25-b35d-cfae148c5175" providerId="ADAL" clId="{6D9934B5-0EAF-41B8-B79C-DD8EAB3C16B5}" dt="2026-07-15T16:20:39.856" v="187" actId="255"/>
          <ac:spMkLst>
            <pc:docMk/>
            <pc:sldMk cId="2197111913" sldId="265"/>
            <ac:spMk id="58" creationId="{E265EF1D-7BF1-46B9-2C78-4F0A5CF05A8E}"/>
          </ac:spMkLst>
        </pc:spChg>
        <pc:spChg chg="mod">
          <ac:chgData name="Eduardo S. Cudia" userId="b92cfa08-6a0f-4f25-b35d-cfae148c5175" providerId="ADAL" clId="{6D9934B5-0EAF-41B8-B79C-DD8EAB3C16B5}" dt="2026-07-16T15:35:30.230" v="1912" actId="1037"/>
          <ac:spMkLst>
            <pc:docMk/>
            <pc:sldMk cId="2197111913" sldId="265"/>
            <ac:spMk id="59" creationId="{2F95DF89-E3D2-A80D-54A9-3AD50B941FD9}"/>
          </ac:spMkLst>
        </pc:spChg>
        <pc:spChg chg="add mod">
          <ac:chgData name="Eduardo S. Cudia" userId="b92cfa08-6a0f-4f25-b35d-cfae148c5175" providerId="ADAL" clId="{6D9934B5-0EAF-41B8-B79C-DD8EAB3C16B5}" dt="2026-07-16T15:35:30.230" v="1912" actId="1037"/>
          <ac:spMkLst>
            <pc:docMk/>
            <pc:sldMk cId="2197111913" sldId="265"/>
            <ac:spMk id="63" creationId="{D0769356-5CA3-305F-3C72-F5D30DD50ED4}"/>
          </ac:spMkLst>
        </pc:spChg>
        <pc:spChg chg="mod">
          <ac:chgData name="Eduardo S. Cudia" userId="b92cfa08-6a0f-4f25-b35d-cfae148c5175" providerId="ADAL" clId="{6D9934B5-0EAF-41B8-B79C-DD8EAB3C16B5}" dt="2026-07-15T16:20:39.856" v="187" actId="255"/>
          <ac:spMkLst>
            <pc:docMk/>
            <pc:sldMk cId="2197111913" sldId="265"/>
            <ac:spMk id="64" creationId="{06F768C0-0421-E287-C10D-460CF3C99E4F}"/>
          </ac:spMkLst>
        </pc:spChg>
        <pc:spChg chg="add mod">
          <ac:chgData name="Eduardo S. Cudia" userId="b92cfa08-6a0f-4f25-b35d-cfae148c5175" providerId="ADAL" clId="{6D9934B5-0EAF-41B8-B79C-DD8EAB3C16B5}" dt="2026-07-16T15:35:17.908" v="1901" actId="1036"/>
          <ac:spMkLst>
            <pc:docMk/>
            <pc:sldMk cId="2197111913" sldId="265"/>
            <ac:spMk id="67" creationId="{E41AB1F9-715D-97EC-B11A-E7A970FD022A}"/>
          </ac:spMkLst>
        </pc:spChg>
        <pc:spChg chg="mod">
          <ac:chgData name="Eduardo S. Cudia" userId="b92cfa08-6a0f-4f25-b35d-cfae148c5175" providerId="ADAL" clId="{6D9934B5-0EAF-41B8-B79C-DD8EAB3C16B5}" dt="2026-07-16T15:35:30.230" v="1912" actId="1037"/>
          <ac:spMkLst>
            <pc:docMk/>
            <pc:sldMk cId="2197111913" sldId="265"/>
            <ac:spMk id="71" creationId="{8C8CC23D-7D74-F6C3-403B-CA64120BA340}"/>
          </ac:spMkLst>
        </pc:spChg>
        <pc:spChg chg="add mod">
          <ac:chgData name="Eduardo S. Cudia" userId="b92cfa08-6a0f-4f25-b35d-cfae148c5175" providerId="ADAL" clId="{6D9934B5-0EAF-41B8-B79C-DD8EAB3C16B5}" dt="2026-07-16T15:35:17.908" v="1901" actId="1036"/>
          <ac:spMkLst>
            <pc:docMk/>
            <pc:sldMk cId="2197111913" sldId="265"/>
            <ac:spMk id="75" creationId="{51C5FB38-9CD5-6818-39B1-9C15D13E38D1}"/>
          </ac:spMkLst>
        </pc:spChg>
        <pc:spChg chg="mod">
          <ac:chgData name="Eduardo S. Cudia" userId="b92cfa08-6a0f-4f25-b35d-cfae148c5175" providerId="ADAL" clId="{6D9934B5-0EAF-41B8-B79C-DD8EAB3C16B5}" dt="2026-07-15T16:20:39.856" v="187" actId="255"/>
          <ac:spMkLst>
            <pc:docMk/>
            <pc:sldMk cId="2197111913" sldId="265"/>
            <ac:spMk id="76" creationId="{8C30D6EF-20D2-CF68-794C-E98168DF1739}"/>
          </ac:spMkLst>
        </pc:spChg>
        <pc:spChg chg="mod">
          <ac:chgData name="Eduardo S. Cudia" userId="b92cfa08-6a0f-4f25-b35d-cfae148c5175" providerId="ADAL" clId="{6D9934B5-0EAF-41B8-B79C-DD8EAB3C16B5}" dt="2026-07-16T15:35:17.908" v="1901" actId="1036"/>
          <ac:spMkLst>
            <pc:docMk/>
            <pc:sldMk cId="2197111913" sldId="265"/>
            <ac:spMk id="79" creationId="{B890A9A2-2AB5-7D1B-9C1C-10A62460FEF7}"/>
          </ac:spMkLst>
        </pc:spChg>
        <pc:spChg chg="add mod">
          <ac:chgData name="Eduardo S. Cudia" userId="b92cfa08-6a0f-4f25-b35d-cfae148c5175" providerId="ADAL" clId="{6D9934B5-0EAF-41B8-B79C-DD8EAB3C16B5}" dt="2026-07-16T15:35:30.230" v="1912" actId="1037"/>
          <ac:spMkLst>
            <pc:docMk/>
            <pc:sldMk cId="2197111913" sldId="265"/>
            <ac:spMk id="87" creationId="{FBA48CDA-F214-C2C0-1CB1-8F190FF14290}"/>
          </ac:spMkLst>
        </pc:spChg>
        <pc:spChg chg="mod">
          <ac:chgData name="Eduardo S. Cudia" userId="b92cfa08-6a0f-4f25-b35d-cfae148c5175" providerId="ADAL" clId="{6D9934B5-0EAF-41B8-B79C-DD8EAB3C16B5}" dt="2026-07-15T16:20:39.856" v="187" actId="255"/>
          <ac:spMkLst>
            <pc:docMk/>
            <pc:sldMk cId="2197111913" sldId="265"/>
            <ac:spMk id="88" creationId="{18F30E9C-6AD0-7EC1-2469-5597D8124133}"/>
          </ac:spMkLst>
        </pc:spChg>
        <pc:spChg chg="add mod">
          <ac:chgData name="Eduardo S. Cudia" userId="b92cfa08-6a0f-4f25-b35d-cfae148c5175" providerId="ADAL" clId="{6D9934B5-0EAF-41B8-B79C-DD8EAB3C16B5}" dt="2026-07-16T15:35:30.230" v="1912" actId="1037"/>
          <ac:spMkLst>
            <pc:docMk/>
            <pc:sldMk cId="2197111913" sldId="265"/>
            <ac:spMk id="91" creationId="{72EFE919-BC9D-1A35-915D-439DF5A200C4}"/>
          </ac:spMkLst>
        </pc:spChg>
        <pc:spChg chg="del mod">
          <ac:chgData name="Eduardo S. Cudia" userId="b92cfa08-6a0f-4f25-b35d-cfae148c5175" providerId="ADAL" clId="{6D9934B5-0EAF-41B8-B79C-DD8EAB3C16B5}" dt="2026-07-16T14:43:46.285" v="685" actId="478"/>
          <ac:spMkLst>
            <pc:docMk/>
            <pc:sldMk cId="2197111913" sldId="265"/>
            <ac:spMk id="92" creationId="{2CE90C4E-7C1F-A19F-07E6-E825876101F9}"/>
          </ac:spMkLst>
        </pc:spChg>
        <pc:spChg chg="del mod">
          <ac:chgData name="Eduardo S. Cudia" userId="b92cfa08-6a0f-4f25-b35d-cfae148c5175" providerId="ADAL" clId="{6D9934B5-0EAF-41B8-B79C-DD8EAB3C16B5}" dt="2026-07-16T14:43:46.285" v="685" actId="478"/>
          <ac:spMkLst>
            <pc:docMk/>
            <pc:sldMk cId="2197111913" sldId="265"/>
            <ac:spMk id="94" creationId="{3399EACD-C8AF-54DB-95D2-66F78A85CEC1}"/>
          </ac:spMkLst>
        </pc:spChg>
        <pc:spChg chg="add mod">
          <ac:chgData name="Eduardo S. Cudia" userId="b92cfa08-6a0f-4f25-b35d-cfae148c5175" providerId="ADAL" clId="{6D9934B5-0EAF-41B8-B79C-DD8EAB3C16B5}" dt="2026-07-16T15:35:17.908" v="1901" actId="1036"/>
          <ac:spMkLst>
            <pc:docMk/>
            <pc:sldMk cId="2197111913" sldId="265"/>
            <ac:spMk id="95" creationId="{59309B53-A928-96AA-D20F-D3D0CD9AEE06}"/>
          </ac:spMkLst>
        </pc:spChg>
        <pc:spChg chg="del">
          <ac:chgData name="Eduardo S. Cudia" userId="b92cfa08-6a0f-4f25-b35d-cfae148c5175" providerId="ADAL" clId="{6D9934B5-0EAF-41B8-B79C-DD8EAB3C16B5}" dt="2026-07-16T14:43:46.285" v="685" actId="478"/>
          <ac:spMkLst>
            <pc:docMk/>
            <pc:sldMk cId="2197111913" sldId="265"/>
            <ac:spMk id="96" creationId="{C50894FE-5B82-826E-99AA-561DD121CBB3}"/>
          </ac:spMkLst>
        </pc:spChg>
        <pc:spChg chg="mod">
          <ac:chgData name="Eduardo S. Cudia" userId="b92cfa08-6a0f-4f25-b35d-cfae148c5175" providerId="ADAL" clId="{6D9934B5-0EAF-41B8-B79C-DD8EAB3C16B5}" dt="2026-07-16T15:35:30.230" v="1912" actId="1037"/>
          <ac:spMkLst>
            <pc:docMk/>
            <pc:sldMk cId="2197111913" sldId="265"/>
            <ac:spMk id="99" creationId="{A3241CD1-C6C9-3D59-AD03-60C9184C36A6}"/>
          </ac:spMkLst>
        </pc:spChg>
        <pc:spChg chg="mod">
          <ac:chgData name="Eduardo S. Cudia" userId="b92cfa08-6a0f-4f25-b35d-cfae148c5175" providerId="ADAL" clId="{6D9934B5-0EAF-41B8-B79C-DD8EAB3C16B5}" dt="2026-07-16T15:35:30.230" v="1912" actId="1037"/>
          <ac:spMkLst>
            <pc:docMk/>
            <pc:sldMk cId="2197111913" sldId="265"/>
            <ac:spMk id="103" creationId="{1B220F93-EEA9-E642-900F-9126B8F60D46}"/>
          </ac:spMkLst>
        </pc:spChg>
        <pc:spChg chg="add mod">
          <ac:chgData name="Eduardo S. Cudia" userId="b92cfa08-6a0f-4f25-b35d-cfae148c5175" providerId="ADAL" clId="{6D9934B5-0EAF-41B8-B79C-DD8EAB3C16B5}" dt="2026-07-16T15:35:17.908" v="1901" actId="1036"/>
          <ac:spMkLst>
            <pc:docMk/>
            <pc:sldMk cId="2197111913" sldId="265"/>
            <ac:spMk id="105" creationId="{3CB2466B-E9BB-8733-643D-0BBF3EB9B429}"/>
          </ac:spMkLst>
        </pc:spChg>
        <pc:spChg chg="add mod">
          <ac:chgData name="Eduardo S. Cudia" userId="b92cfa08-6a0f-4f25-b35d-cfae148c5175" providerId="ADAL" clId="{6D9934B5-0EAF-41B8-B79C-DD8EAB3C16B5}" dt="2026-07-16T15:35:17.908" v="1901" actId="1036"/>
          <ac:spMkLst>
            <pc:docMk/>
            <pc:sldMk cId="2197111913" sldId="265"/>
            <ac:spMk id="107" creationId="{391B791B-2AB2-65EA-906D-70CEAF90188A}"/>
          </ac:spMkLst>
        </pc:spChg>
        <pc:spChg chg="mod">
          <ac:chgData name="Eduardo S. Cudia" userId="b92cfa08-6a0f-4f25-b35d-cfae148c5175" providerId="ADAL" clId="{6D9934B5-0EAF-41B8-B79C-DD8EAB3C16B5}" dt="2026-07-16T15:35:30.230" v="1912" actId="1037"/>
          <ac:spMkLst>
            <pc:docMk/>
            <pc:sldMk cId="2197111913" sldId="265"/>
            <ac:spMk id="113" creationId="{BCD1454B-91A4-2BFE-2FE5-CA3A0DAC12EE}"/>
          </ac:spMkLst>
        </pc:spChg>
        <pc:grpChg chg="del mod">
          <ac:chgData name="Eduardo S. Cudia" userId="b92cfa08-6a0f-4f25-b35d-cfae148c5175" providerId="ADAL" clId="{6D9934B5-0EAF-41B8-B79C-DD8EAB3C16B5}" dt="2026-07-16T14:43:46.285" v="685" actId="478"/>
          <ac:grpSpMkLst>
            <pc:docMk/>
            <pc:sldMk cId="2197111913" sldId="265"/>
            <ac:grpSpMk id="97" creationId="{BE2CC5F0-0049-DD31-74C5-F07A2A49AEE9}"/>
          </ac:grpSpMkLst>
        </pc:grpChg>
      </pc:sldChg>
      <pc:sldChg chg="addSp delSp modSp mod">
        <pc:chgData name="Eduardo S. Cudia" userId="b92cfa08-6a0f-4f25-b35d-cfae148c5175" providerId="ADAL" clId="{6D9934B5-0EAF-41B8-B79C-DD8EAB3C16B5}" dt="2026-07-16T15:28:10.465" v="1817" actId="1036"/>
        <pc:sldMkLst>
          <pc:docMk/>
          <pc:sldMk cId="489999022" sldId="266"/>
        </pc:sldMkLst>
        <pc:spChg chg="del">
          <ac:chgData name="Eduardo S. Cudia" userId="b92cfa08-6a0f-4f25-b35d-cfae148c5175" providerId="ADAL" clId="{6D9934B5-0EAF-41B8-B79C-DD8EAB3C16B5}" dt="2026-07-16T14:43:42.508" v="684" actId="478"/>
          <ac:spMkLst>
            <pc:docMk/>
            <pc:sldMk cId="489999022" sldId="266"/>
            <ac:spMk id="3" creationId="{0962EC12-2EAB-A65F-5CB3-3D1CB553BC9D}"/>
          </ac:spMkLst>
        </pc:spChg>
        <pc:spChg chg="add">
          <ac:chgData name="Eduardo S. Cudia" userId="b92cfa08-6a0f-4f25-b35d-cfae148c5175" providerId="ADAL" clId="{6D9934B5-0EAF-41B8-B79C-DD8EAB3C16B5}" dt="2026-07-16T14:44:18.641" v="716" actId="22"/>
          <ac:spMkLst>
            <pc:docMk/>
            <pc:sldMk cId="489999022" sldId="266"/>
            <ac:spMk id="4" creationId="{B9DD4A60-F3C8-0739-8E86-400D855907CC}"/>
          </ac:spMkLst>
        </pc:spChg>
        <pc:spChg chg="mod">
          <ac:chgData name="Eduardo S. Cudia" userId="b92cfa08-6a0f-4f25-b35d-cfae148c5175" providerId="ADAL" clId="{6D9934B5-0EAF-41B8-B79C-DD8EAB3C16B5}" dt="2026-07-16T15:24:30.675" v="1650" actId="207"/>
          <ac:spMkLst>
            <pc:docMk/>
            <pc:sldMk cId="489999022" sldId="266"/>
            <ac:spMk id="7" creationId="{EF576491-5047-03E5-3ED2-97355E34C4F8}"/>
          </ac:spMkLst>
        </pc:spChg>
        <pc:spChg chg="del">
          <ac:chgData name="Eduardo S. Cudia" userId="b92cfa08-6a0f-4f25-b35d-cfae148c5175" providerId="ADAL" clId="{6D9934B5-0EAF-41B8-B79C-DD8EAB3C16B5}" dt="2026-07-16T14:43:42.508" v="684" actId="478"/>
          <ac:spMkLst>
            <pc:docMk/>
            <pc:sldMk cId="489999022" sldId="266"/>
            <ac:spMk id="10" creationId="{321C745D-1D95-DEEA-41A9-91FA9AF72471}"/>
          </ac:spMkLst>
        </pc:spChg>
        <pc:spChg chg="mod">
          <ac:chgData name="Eduardo S. Cudia" userId="b92cfa08-6a0f-4f25-b35d-cfae148c5175" providerId="ADAL" clId="{6D9934B5-0EAF-41B8-B79C-DD8EAB3C16B5}" dt="2026-07-16T15:24:34.153" v="1651" actId="207"/>
          <ac:spMkLst>
            <pc:docMk/>
            <pc:sldMk cId="489999022" sldId="266"/>
            <ac:spMk id="11" creationId="{54576E47-2C60-6FCE-B55F-FCAC858B79A4}"/>
          </ac:spMkLst>
        </pc:spChg>
        <pc:spChg chg="mod">
          <ac:chgData name="Eduardo S. Cudia" userId="b92cfa08-6a0f-4f25-b35d-cfae148c5175" providerId="ADAL" clId="{6D9934B5-0EAF-41B8-B79C-DD8EAB3C16B5}" dt="2026-07-15T16:18:34.531" v="128" actId="2711"/>
          <ac:spMkLst>
            <pc:docMk/>
            <pc:sldMk cId="489999022" sldId="266"/>
            <ac:spMk id="12" creationId="{F1B6C1DC-6689-A999-9598-76CEB0BE6FDC}"/>
          </ac:spMkLst>
        </pc:spChg>
        <pc:spChg chg="del mod">
          <ac:chgData name="Eduardo S. Cudia" userId="b92cfa08-6a0f-4f25-b35d-cfae148c5175" providerId="ADAL" clId="{6D9934B5-0EAF-41B8-B79C-DD8EAB3C16B5}" dt="2026-07-16T14:43:42.508" v="684" actId="478"/>
          <ac:spMkLst>
            <pc:docMk/>
            <pc:sldMk cId="489999022" sldId="266"/>
            <ac:spMk id="14" creationId="{F9B3D00D-6DEE-F453-8E9E-53E1062E8515}"/>
          </ac:spMkLst>
        </pc:spChg>
        <pc:spChg chg="mod">
          <ac:chgData name="Eduardo S. Cudia" userId="b92cfa08-6a0f-4f25-b35d-cfae148c5175" providerId="ADAL" clId="{6D9934B5-0EAF-41B8-B79C-DD8EAB3C16B5}" dt="2026-07-16T15:24:48.905" v="1665" actId="207"/>
          <ac:spMkLst>
            <pc:docMk/>
            <pc:sldMk cId="489999022" sldId="266"/>
            <ac:spMk id="15" creationId="{0C841E1E-5656-40DC-077E-53349A20725F}"/>
          </ac:spMkLst>
        </pc:spChg>
        <pc:spChg chg="del mod">
          <ac:chgData name="Eduardo S. Cudia" userId="b92cfa08-6a0f-4f25-b35d-cfae148c5175" providerId="ADAL" clId="{6D9934B5-0EAF-41B8-B79C-DD8EAB3C16B5}" dt="2026-07-16T14:43:42.508" v="684" actId="478"/>
          <ac:spMkLst>
            <pc:docMk/>
            <pc:sldMk cId="489999022" sldId="266"/>
            <ac:spMk id="16" creationId="{B8A5F53B-25A7-2B35-97A2-120C3090D19B}"/>
          </ac:spMkLst>
        </pc:spChg>
        <pc:spChg chg="del mod">
          <ac:chgData name="Eduardo S. Cudia" userId="b92cfa08-6a0f-4f25-b35d-cfae148c5175" providerId="ADAL" clId="{6D9934B5-0EAF-41B8-B79C-DD8EAB3C16B5}" dt="2026-07-16T14:43:42.508" v="684" actId="478"/>
          <ac:spMkLst>
            <pc:docMk/>
            <pc:sldMk cId="489999022" sldId="266"/>
            <ac:spMk id="18" creationId="{BA46ACAF-DDDC-454B-E519-FE1920D548B0}"/>
          </ac:spMkLst>
        </pc:spChg>
        <pc:spChg chg="mod">
          <ac:chgData name="Eduardo S. Cudia" userId="b92cfa08-6a0f-4f25-b35d-cfae148c5175" providerId="ADAL" clId="{6D9934B5-0EAF-41B8-B79C-DD8EAB3C16B5}" dt="2026-07-16T15:26:20.659" v="1717" actId="1037"/>
          <ac:spMkLst>
            <pc:docMk/>
            <pc:sldMk cId="489999022" sldId="266"/>
            <ac:spMk id="19" creationId="{DA6BD6EF-13CE-2FDC-5F37-60114728A396}"/>
          </ac:spMkLst>
        </pc:spChg>
        <pc:spChg chg="del mod">
          <ac:chgData name="Eduardo S. Cudia" userId="b92cfa08-6a0f-4f25-b35d-cfae148c5175" providerId="ADAL" clId="{6D9934B5-0EAF-41B8-B79C-DD8EAB3C16B5}" dt="2026-07-16T14:43:42.508" v="684" actId="478"/>
          <ac:spMkLst>
            <pc:docMk/>
            <pc:sldMk cId="489999022" sldId="266"/>
            <ac:spMk id="20" creationId="{100E8940-208C-60DD-1C13-6C59CD5407E4}"/>
          </ac:spMkLst>
        </pc:spChg>
        <pc:spChg chg="mod">
          <ac:chgData name="Eduardo S. Cudia" userId="b92cfa08-6a0f-4f25-b35d-cfae148c5175" providerId="ADAL" clId="{6D9934B5-0EAF-41B8-B79C-DD8EAB3C16B5}" dt="2026-07-15T16:19:32.568" v="163" actId="1035"/>
          <ac:spMkLst>
            <pc:docMk/>
            <pc:sldMk cId="489999022" sldId="266"/>
            <ac:spMk id="22" creationId="{E1FCA943-4C69-61AC-5B2C-911681E1A617}"/>
          </ac:spMkLst>
        </pc:spChg>
        <pc:spChg chg="add mod">
          <ac:chgData name="Eduardo S. Cudia" userId="b92cfa08-6a0f-4f25-b35d-cfae148c5175" providerId="ADAL" clId="{6D9934B5-0EAF-41B8-B79C-DD8EAB3C16B5}" dt="2026-07-16T15:28:10.465" v="1817" actId="1036"/>
          <ac:spMkLst>
            <pc:docMk/>
            <pc:sldMk cId="489999022" sldId="266"/>
            <ac:spMk id="23" creationId="{028B8081-9E81-9497-8E8C-7C5BF866918D}"/>
          </ac:spMkLst>
        </pc:spChg>
        <pc:spChg chg="del mod">
          <ac:chgData name="Eduardo S. Cudia" userId="b92cfa08-6a0f-4f25-b35d-cfae148c5175" providerId="ADAL" clId="{6D9934B5-0EAF-41B8-B79C-DD8EAB3C16B5}" dt="2026-07-16T14:43:42.508" v="684" actId="478"/>
          <ac:spMkLst>
            <pc:docMk/>
            <pc:sldMk cId="489999022" sldId="266"/>
            <ac:spMk id="24" creationId="{8AD9747C-4247-575A-1005-48EF80EE3F0F}"/>
          </ac:spMkLst>
        </pc:spChg>
        <pc:spChg chg="mod">
          <ac:chgData name="Eduardo S. Cudia" userId="b92cfa08-6a0f-4f25-b35d-cfae148c5175" providerId="ADAL" clId="{6D9934B5-0EAF-41B8-B79C-DD8EAB3C16B5}" dt="2026-07-15T16:19:40.764" v="170" actId="207"/>
          <ac:spMkLst>
            <pc:docMk/>
            <pc:sldMk cId="489999022" sldId="266"/>
            <ac:spMk id="26" creationId="{BAADB04C-0858-968E-6143-2481A1FA160F}"/>
          </ac:spMkLst>
        </pc:spChg>
        <pc:spChg chg="mod">
          <ac:chgData name="Eduardo S. Cudia" userId="b92cfa08-6a0f-4f25-b35d-cfae148c5175" providerId="ADAL" clId="{6D9934B5-0EAF-41B8-B79C-DD8EAB3C16B5}" dt="2026-07-16T15:28:10.465" v="1817" actId="1036"/>
          <ac:spMkLst>
            <pc:docMk/>
            <pc:sldMk cId="489999022" sldId="266"/>
            <ac:spMk id="27" creationId="{4988DF75-9053-E808-0801-FD01F27E245E}"/>
          </ac:spMkLst>
        </pc:spChg>
        <pc:spChg chg="del mod">
          <ac:chgData name="Eduardo S. Cudia" userId="b92cfa08-6a0f-4f25-b35d-cfae148c5175" providerId="ADAL" clId="{6D9934B5-0EAF-41B8-B79C-DD8EAB3C16B5}" dt="2026-07-16T14:43:42.508" v="684" actId="478"/>
          <ac:spMkLst>
            <pc:docMk/>
            <pc:sldMk cId="489999022" sldId="266"/>
            <ac:spMk id="28" creationId="{355E83E6-50B4-B057-805D-3298A3EA11A8}"/>
          </ac:spMkLst>
        </pc:spChg>
        <pc:spChg chg="mod">
          <ac:chgData name="Eduardo S. Cudia" userId="b92cfa08-6a0f-4f25-b35d-cfae148c5175" providerId="ADAL" clId="{6D9934B5-0EAF-41B8-B79C-DD8EAB3C16B5}" dt="2026-07-15T16:17:59.742" v="106" actId="14100"/>
          <ac:spMkLst>
            <pc:docMk/>
            <pc:sldMk cId="489999022" sldId="266"/>
            <ac:spMk id="30" creationId="{6EC10F75-D46F-ED6A-7B15-EA1159D2DE9C}"/>
          </ac:spMkLst>
        </pc:spChg>
        <pc:spChg chg="mod">
          <ac:chgData name="Eduardo S. Cudia" userId="b92cfa08-6a0f-4f25-b35d-cfae148c5175" providerId="ADAL" clId="{6D9934B5-0EAF-41B8-B79C-DD8EAB3C16B5}" dt="2026-07-16T15:28:10.465" v="1817" actId="1036"/>
          <ac:spMkLst>
            <pc:docMk/>
            <pc:sldMk cId="489999022" sldId="266"/>
            <ac:spMk id="31" creationId="{DB38FD29-9524-0D71-E1FB-BB7B8E77272F}"/>
          </ac:spMkLst>
        </pc:spChg>
        <pc:spChg chg="del mod">
          <ac:chgData name="Eduardo S. Cudia" userId="b92cfa08-6a0f-4f25-b35d-cfae148c5175" providerId="ADAL" clId="{6D9934B5-0EAF-41B8-B79C-DD8EAB3C16B5}" dt="2026-07-16T14:43:42.508" v="684" actId="478"/>
          <ac:spMkLst>
            <pc:docMk/>
            <pc:sldMk cId="489999022" sldId="266"/>
            <ac:spMk id="32" creationId="{9ED634D4-AF34-5145-0F1F-8320387E2394}"/>
          </ac:spMkLst>
        </pc:spChg>
        <pc:spChg chg="del">
          <ac:chgData name="Eduardo S. Cudia" userId="b92cfa08-6a0f-4f25-b35d-cfae148c5175" providerId="ADAL" clId="{6D9934B5-0EAF-41B8-B79C-DD8EAB3C16B5}" dt="2026-07-16T14:43:42.508" v="684" actId="478"/>
          <ac:spMkLst>
            <pc:docMk/>
            <pc:sldMk cId="489999022" sldId="266"/>
            <ac:spMk id="34" creationId="{4A5372E9-1F1E-2B35-9BCE-528D47093945}"/>
          </ac:spMkLst>
        </pc:spChg>
        <pc:spChg chg="add mod">
          <ac:chgData name="Eduardo S. Cudia" userId="b92cfa08-6a0f-4f25-b35d-cfae148c5175" providerId="ADAL" clId="{6D9934B5-0EAF-41B8-B79C-DD8EAB3C16B5}" dt="2026-07-16T15:28:10.465" v="1817" actId="1036"/>
          <ac:spMkLst>
            <pc:docMk/>
            <pc:sldMk cId="489999022" sldId="266"/>
            <ac:spMk id="35" creationId="{05795B7E-5C1D-3774-68CE-BEA9776BA0D3}"/>
          </ac:spMkLst>
        </pc:spChg>
        <pc:spChg chg="mod">
          <ac:chgData name="Eduardo S. Cudia" userId="b92cfa08-6a0f-4f25-b35d-cfae148c5175" providerId="ADAL" clId="{6D9934B5-0EAF-41B8-B79C-DD8EAB3C16B5}" dt="2026-07-16T15:26:55.507" v="1739" actId="14100"/>
          <ac:spMkLst>
            <pc:docMk/>
            <pc:sldMk cId="489999022" sldId="266"/>
            <ac:spMk id="37" creationId="{26B1D451-109A-D59C-A8C7-88583DF65DD1}"/>
          </ac:spMkLst>
        </pc:spChg>
        <pc:spChg chg="add mod">
          <ac:chgData name="Eduardo S. Cudia" userId="b92cfa08-6a0f-4f25-b35d-cfae148c5175" providerId="ADAL" clId="{6D9934B5-0EAF-41B8-B79C-DD8EAB3C16B5}" dt="2026-07-16T15:28:10.465" v="1817" actId="1036"/>
          <ac:spMkLst>
            <pc:docMk/>
            <pc:sldMk cId="489999022" sldId="266"/>
            <ac:spMk id="39" creationId="{DCC015B9-67C5-AAF7-C719-4F460E86D7BF}"/>
          </ac:spMkLst>
        </pc:spChg>
        <pc:spChg chg="add mod">
          <ac:chgData name="Eduardo S. Cudia" userId="b92cfa08-6a0f-4f25-b35d-cfae148c5175" providerId="ADAL" clId="{6D9934B5-0EAF-41B8-B79C-DD8EAB3C16B5}" dt="2026-07-16T15:28:10.465" v="1817" actId="1036"/>
          <ac:spMkLst>
            <pc:docMk/>
            <pc:sldMk cId="489999022" sldId="266"/>
            <ac:spMk id="41" creationId="{21677507-9323-ACAA-09AA-0F69F91CA356}"/>
          </ac:spMkLst>
        </pc:spChg>
        <pc:spChg chg="mod">
          <ac:chgData name="Eduardo S. Cudia" userId="b92cfa08-6a0f-4f25-b35d-cfae148c5175" providerId="ADAL" clId="{6D9934B5-0EAF-41B8-B79C-DD8EAB3C16B5}" dt="2026-07-16T15:28:10.465" v="1817" actId="1036"/>
          <ac:spMkLst>
            <pc:docMk/>
            <pc:sldMk cId="489999022" sldId="266"/>
            <ac:spMk id="43" creationId="{F6A1844D-6519-34A7-E4AF-3834FBF880B0}"/>
          </ac:spMkLst>
        </pc:spChg>
        <pc:spChg chg="mod">
          <ac:chgData name="Eduardo S. Cudia" userId="b92cfa08-6a0f-4f25-b35d-cfae148c5175" providerId="ADAL" clId="{6D9934B5-0EAF-41B8-B79C-DD8EAB3C16B5}" dt="2026-07-16T15:26:20.659" v="1717" actId="1037"/>
          <ac:spMkLst>
            <pc:docMk/>
            <pc:sldMk cId="489999022" sldId="266"/>
            <ac:spMk id="45" creationId="{B321E8AC-93C0-1004-6B58-670EADEA2D34}"/>
          </ac:spMkLst>
        </pc:spChg>
        <pc:spChg chg="mod">
          <ac:chgData name="Eduardo S. Cudia" userId="b92cfa08-6a0f-4f25-b35d-cfae148c5175" providerId="ADAL" clId="{6D9934B5-0EAF-41B8-B79C-DD8EAB3C16B5}" dt="2026-07-16T15:28:10.465" v="1817" actId="1036"/>
          <ac:spMkLst>
            <pc:docMk/>
            <pc:sldMk cId="489999022" sldId="266"/>
            <ac:spMk id="47" creationId="{6236F417-032F-3457-3099-534BB2D85A72}"/>
          </ac:spMkLst>
        </pc:spChg>
        <pc:spChg chg="mod">
          <ac:chgData name="Eduardo S. Cudia" userId="b92cfa08-6a0f-4f25-b35d-cfae148c5175" providerId="ADAL" clId="{6D9934B5-0EAF-41B8-B79C-DD8EAB3C16B5}" dt="2026-07-16T15:27:06.938" v="1756" actId="1036"/>
          <ac:spMkLst>
            <pc:docMk/>
            <pc:sldMk cId="489999022" sldId="266"/>
            <ac:spMk id="49" creationId="{6D1F4623-D6BA-D438-3D51-35F97BA62CC8}"/>
          </ac:spMkLst>
        </pc:spChg>
        <pc:spChg chg="mod">
          <ac:chgData name="Eduardo S. Cudia" userId="b92cfa08-6a0f-4f25-b35d-cfae148c5175" providerId="ADAL" clId="{6D9934B5-0EAF-41B8-B79C-DD8EAB3C16B5}" dt="2026-07-16T15:26:20.659" v="1717" actId="1037"/>
          <ac:spMkLst>
            <pc:docMk/>
            <pc:sldMk cId="489999022" sldId="266"/>
            <ac:spMk id="51" creationId="{171C07DC-A4B2-6791-FF01-9C059D90001D}"/>
          </ac:spMkLst>
        </pc:spChg>
        <pc:spChg chg="mod">
          <ac:chgData name="Eduardo S. Cudia" userId="b92cfa08-6a0f-4f25-b35d-cfae148c5175" providerId="ADAL" clId="{6D9934B5-0EAF-41B8-B79C-DD8EAB3C16B5}" dt="2026-07-16T15:28:10.465" v="1817" actId="1036"/>
          <ac:spMkLst>
            <pc:docMk/>
            <pc:sldMk cId="489999022" sldId="266"/>
            <ac:spMk id="53" creationId="{9D19D532-AC9D-A91D-E0F2-BAD017301F6C}"/>
          </ac:spMkLst>
        </pc:spChg>
        <pc:spChg chg="add mod">
          <ac:chgData name="Eduardo S. Cudia" userId="b92cfa08-6a0f-4f25-b35d-cfae148c5175" providerId="ADAL" clId="{6D9934B5-0EAF-41B8-B79C-DD8EAB3C16B5}" dt="2026-07-16T15:28:10.465" v="1817" actId="1036"/>
          <ac:spMkLst>
            <pc:docMk/>
            <pc:sldMk cId="489999022" sldId="266"/>
            <ac:spMk id="55" creationId="{1AE9A03D-DA08-2AFF-F478-2E344B40A4B3}"/>
          </ac:spMkLst>
        </pc:spChg>
        <pc:spChg chg="add mod">
          <ac:chgData name="Eduardo S. Cudia" userId="b92cfa08-6a0f-4f25-b35d-cfae148c5175" providerId="ADAL" clId="{6D9934B5-0EAF-41B8-B79C-DD8EAB3C16B5}" dt="2026-07-16T15:28:06.058" v="1806" actId="1036"/>
          <ac:spMkLst>
            <pc:docMk/>
            <pc:sldMk cId="489999022" sldId="266"/>
            <ac:spMk id="57" creationId="{9F960361-DC3C-E110-0902-751EC0BBE892}"/>
          </ac:spMkLst>
        </pc:spChg>
        <pc:spChg chg="mod">
          <ac:chgData name="Eduardo S. Cudia" userId="b92cfa08-6a0f-4f25-b35d-cfae148c5175" providerId="ADAL" clId="{6D9934B5-0EAF-41B8-B79C-DD8EAB3C16B5}" dt="2026-07-16T15:27:17.771" v="1762" actId="113"/>
          <ac:spMkLst>
            <pc:docMk/>
            <pc:sldMk cId="489999022" sldId="266"/>
            <ac:spMk id="59" creationId="{305ACF14-3111-4457-CDD5-CB4FB5F9D18F}"/>
          </ac:spMkLst>
        </pc:spChg>
        <pc:spChg chg="mod">
          <ac:chgData name="Eduardo S. Cudia" userId="b92cfa08-6a0f-4f25-b35d-cfae148c5175" providerId="ADAL" clId="{6D9934B5-0EAF-41B8-B79C-DD8EAB3C16B5}" dt="2026-07-16T15:28:06.058" v="1806" actId="1036"/>
          <ac:spMkLst>
            <pc:docMk/>
            <pc:sldMk cId="489999022" sldId="266"/>
            <ac:spMk id="61" creationId="{B043016A-33DB-EB05-0E27-D7EADAB7AB81}"/>
          </ac:spMkLst>
        </pc:spChg>
        <pc:spChg chg="mod">
          <ac:chgData name="Eduardo S. Cudia" userId="b92cfa08-6a0f-4f25-b35d-cfae148c5175" providerId="ADAL" clId="{6D9934B5-0EAF-41B8-B79C-DD8EAB3C16B5}" dt="2026-07-16T15:27:48.316" v="1778" actId="113"/>
          <ac:spMkLst>
            <pc:docMk/>
            <pc:sldMk cId="489999022" sldId="266"/>
            <ac:spMk id="63" creationId="{E852DF03-9C6B-A863-4D71-8E78CE5585F8}"/>
          </ac:spMkLst>
        </pc:spChg>
        <pc:spChg chg="add mod">
          <ac:chgData name="Eduardo S. Cudia" userId="b92cfa08-6a0f-4f25-b35d-cfae148c5175" providerId="ADAL" clId="{6D9934B5-0EAF-41B8-B79C-DD8EAB3C16B5}" dt="2026-07-16T15:27:41.694" v="1775" actId="404"/>
          <ac:spMkLst>
            <pc:docMk/>
            <pc:sldMk cId="489999022" sldId="266"/>
            <ac:spMk id="65" creationId="{ADBDE9D2-DD13-0FC0-BAB8-739A6ECA16E8}"/>
          </ac:spMkLst>
        </pc:spChg>
        <pc:spChg chg="add mod">
          <ac:chgData name="Eduardo S. Cudia" userId="b92cfa08-6a0f-4f25-b35d-cfae148c5175" providerId="ADAL" clId="{6D9934B5-0EAF-41B8-B79C-DD8EAB3C16B5}" dt="2026-07-16T15:24:23.602" v="1648" actId="403"/>
          <ac:spMkLst>
            <pc:docMk/>
            <pc:sldMk cId="489999022" sldId="266"/>
            <ac:spMk id="67" creationId="{A688814A-6716-FF29-7BC2-2D6327546A99}"/>
          </ac:spMkLst>
        </pc:spChg>
        <pc:spChg chg="mod">
          <ac:chgData name="Eduardo S. Cudia" userId="b92cfa08-6a0f-4f25-b35d-cfae148c5175" providerId="ADAL" clId="{6D9934B5-0EAF-41B8-B79C-DD8EAB3C16B5}" dt="2026-07-16T15:28:06.058" v="1806" actId="1036"/>
          <ac:spMkLst>
            <pc:docMk/>
            <pc:sldMk cId="489999022" sldId="266"/>
            <ac:spMk id="69" creationId="{32F86ABC-3E55-1A20-AD19-B7FE05A3E7AF}"/>
          </ac:spMkLst>
        </pc:spChg>
        <pc:spChg chg="mod">
          <ac:chgData name="Eduardo S. Cudia" userId="b92cfa08-6a0f-4f25-b35d-cfae148c5175" providerId="ADAL" clId="{6D9934B5-0EAF-41B8-B79C-DD8EAB3C16B5}" dt="2026-07-16T15:27:41.694" v="1775" actId="404"/>
          <ac:spMkLst>
            <pc:docMk/>
            <pc:sldMk cId="489999022" sldId="266"/>
            <ac:spMk id="71" creationId="{0BD896ED-D74D-2E96-C2C4-79979094DD9E}"/>
          </ac:spMkLst>
        </pc:spChg>
        <pc:spChg chg="mod">
          <ac:chgData name="Eduardo S. Cudia" userId="b92cfa08-6a0f-4f25-b35d-cfae148c5175" providerId="ADAL" clId="{6D9934B5-0EAF-41B8-B79C-DD8EAB3C16B5}" dt="2026-07-16T15:28:06.058" v="1806" actId="1036"/>
          <ac:spMkLst>
            <pc:docMk/>
            <pc:sldMk cId="489999022" sldId="266"/>
            <ac:spMk id="75" creationId="{DD0E3089-BAF6-6190-BB85-639F6F401D7D}"/>
          </ac:spMkLst>
        </pc:spChg>
        <pc:spChg chg="mod">
          <ac:chgData name="Eduardo S. Cudia" userId="b92cfa08-6a0f-4f25-b35d-cfae148c5175" providerId="ADAL" clId="{6D9934B5-0EAF-41B8-B79C-DD8EAB3C16B5}" dt="2026-07-16T15:28:06.058" v="1806" actId="1036"/>
          <ac:spMkLst>
            <pc:docMk/>
            <pc:sldMk cId="489999022" sldId="266"/>
            <ac:spMk id="77" creationId="{BC0F8F90-5448-7ADD-68B7-4ECFB9C2D5A4}"/>
          </ac:spMkLst>
        </pc:spChg>
        <pc:spChg chg="mod">
          <ac:chgData name="Eduardo S. Cudia" userId="b92cfa08-6a0f-4f25-b35d-cfae148c5175" providerId="ADAL" clId="{6D9934B5-0EAF-41B8-B79C-DD8EAB3C16B5}" dt="2026-07-16T15:28:06.058" v="1806" actId="1036"/>
          <ac:spMkLst>
            <pc:docMk/>
            <pc:sldMk cId="489999022" sldId="266"/>
            <ac:spMk id="79" creationId="{27000D37-0DB6-AC0C-ECC6-DFE761F7D750}"/>
          </ac:spMkLst>
        </pc:spChg>
        <pc:spChg chg="mod">
          <ac:chgData name="Eduardo S. Cudia" userId="b92cfa08-6a0f-4f25-b35d-cfae148c5175" providerId="ADAL" clId="{6D9934B5-0EAF-41B8-B79C-DD8EAB3C16B5}" dt="2026-07-16T15:28:06.058" v="1806" actId="1036"/>
          <ac:spMkLst>
            <pc:docMk/>
            <pc:sldMk cId="489999022" sldId="266"/>
            <ac:spMk id="81" creationId="{CF912522-8F5E-C4AB-5A49-443C5BC3BC69}"/>
          </ac:spMkLst>
        </pc:spChg>
        <pc:spChg chg="add mod">
          <ac:chgData name="Eduardo S. Cudia" userId="b92cfa08-6a0f-4f25-b35d-cfae148c5175" providerId="ADAL" clId="{6D9934B5-0EAF-41B8-B79C-DD8EAB3C16B5}" dt="2026-07-16T15:28:06.058" v="1806" actId="1036"/>
          <ac:spMkLst>
            <pc:docMk/>
            <pc:sldMk cId="489999022" sldId="266"/>
            <ac:spMk id="83" creationId="{8C65089E-C238-F528-4D45-95F3FC9A8CB8}"/>
          </ac:spMkLst>
        </pc:spChg>
        <pc:spChg chg="mod">
          <ac:chgData name="Eduardo S. Cudia" userId="b92cfa08-6a0f-4f25-b35d-cfae148c5175" providerId="ADAL" clId="{6D9934B5-0EAF-41B8-B79C-DD8EAB3C16B5}" dt="2026-07-16T15:28:06.058" v="1806" actId="1036"/>
          <ac:spMkLst>
            <pc:docMk/>
            <pc:sldMk cId="489999022" sldId="266"/>
            <ac:spMk id="85" creationId="{A732D5A1-5EF3-D386-8ACB-7DD5D53E3E3C}"/>
          </ac:spMkLst>
        </pc:spChg>
        <pc:spChg chg="add mod">
          <ac:chgData name="Eduardo S. Cudia" userId="b92cfa08-6a0f-4f25-b35d-cfae148c5175" providerId="ADAL" clId="{6D9934B5-0EAF-41B8-B79C-DD8EAB3C16B5}" dt="2026-07-16T15:28:06.058" v="1806" actId="1036"/>
          <ac:spMkLst>
            <pc:docMk/>
            <pc:sldMk cId="489999022" sldId="266"/>
            <ac:spMk id="87" creationId="{D20462E1-A597-5D17-2CA0-AD54EECBB1B5}"/>
          </ac:spMkLst>
        </pc:spChg>
      </pc:sldChg>
      <pc:sldChg chg="addSp delSp modSp mod">
        <pc:chgData name="Eduardo S. Cudia" userId="b92cfa08-6a0f-4f25-b35d-cfae148c5175" providerId="ADAL" clId="{6D9934B5-0EAF-41B8-B79C-DD8EAB3C16B5}" dt="2026-07-16T17:04:55.322" v="2369" actId="1076"/>
        <pc:sldMkLst>
          <pc:docMk/>
          <pc:sldMk cId="2670635914" sldId="267"/>
        </pc:sldMkLst>
        <pc:spChg chg="del mod">
          <ac:chgData name="Eduardo S. Cudia" userId="b92cfa08-6a0f-4f25-b35d-cfae148c5175" providerId="ADAL" clId="{6D9934B5-0EAF-41B8-B79C-DD8EAB3C16B5}" dt="2026-07-16T08:28:35.579" v="555" actId="478"/>
          <ac:spMkLst>
            <pc:docMk/>
            <pc:sldMk cId="2670635914" sldId="267"/>
            <ac:spMk id="3" creationId="{1C0D8E1F-78D6-39B9-4C98-16AFEE376486}"/>
          </ac:spMkLst>
        </pc:spChg>
        <pc:spChg chg="add mod">
          <ac:chgData name="Eduardo S. Cudia" userId="b92cfa08-6a0f-4f25-b35d-cfae148c5175" providerId="ADAL" clId="{6D9934B5-0EAF-41B8-B79C-DD8EAB3C16B5}" dt="2026-07-16T17:04:55.322" v="2369" actId="1076"/>
          <ac:spMkLst>
            <pc:docMk/>
            <pc:sldMk cId="2670635914" sldId="267"/>
            <ac:spMk id="3" creationId="{36F21F30-C34A-7BBF-6A9E-0F0D81339FED}"/>
          </ac:spMkLst>
        </pc:spChg>
        <pc:spChg chg="del">
          <ac:chgData name="Eduardo S. Cudia" userId="b92cfa08-6a0f-4f25-b35d-cfae148c5175" providerId="ADAL" clId="{6D9934B5-0EAF-41B8-B79C-DD8EAB3C16B5}" dt="2026-07-16T14:43:56.594" v="688" actId="478"/>
          <ac:spMkLst>
            <pc:docMk/>
            <pc:sldMk cId="2670635914" sldId="267"/>
            <ac:spMk id="5" creationId="{D1B1F534-7E1A-2718-7C54-1B91D6B90C25}"/>
          </ac:spMkLst>
        </pc:spChg>
        <pc:spChg chg="add mod">
          <ac:chgData name="Eduardo S. Cudia" userId="b92cfa08-6a0f-4f25-b35d-cfae148c5175" providerId="ADAL" clId="{6D9934B5-0EAF-41B8-B79C-DD8EAB3C16B5}" dt="2026-07-16T17:01:15.808" v="2279" actId="207"/>
          <ac:spMkLst>
            <pc:docMk/>
            <pc:sldMk cId="2670635914" sldId="267"/>
            <ac:spMk id="6" creationId="{D06E90C2-83C5-1C17-8A73-52E0E4388CE8}"/>
          </ac:spMkLst>
        </pc:spChg>
        <pc:spChg chg="del mod">
          <ac:chgData name="Eduardo S. Cudia" userId="b92cfa08-6a0f-4f25-b35d-cfae148c5175" providerId="ADAL" clId="{6D9934B5-0EAF-41B8-B79C-DD8EAB3C16B5}" dt="2026-07-16T14:43:56.594" v="688" actId="478"/>
          <ac:spMkLst>
            <pc:docMk/>
            <pc:sldMk cId="2670635914" sldId="267"/>
            <ac:spMk id="7" creationId="{F1243E9C-2D4F-0EB8-797F-D74E51C229E4}"/>
          </ac:spMkLst>
        </pc:spChg>
        <pc:spChg chg="mod">
          <ac:chgData name="Eduardo S. Cudia" userId="b92cfa08-6a0f-4f25-b35d-cfae148c5175" providerId="ADAL" clId="{6D9934B5-0EAF-41B8-B79C-DD8EAB3C16B5}" dt="2026-07-16T17:01:19.442" v="2280" actId="207"/>
          <ac:spMkLst>
            <pc:docMk/>
            <pc:sldMk cId="2670635914" sldId="267"/>
            <ac:spMk id="10" creationId="{B4C23157-A0E5-AAA2-B92E-3BBEC01AA994}"/>
          </ac:spMkLst>
        </pc:spChg>
        <pc:spChg chg="del">
          <ac:chgData name="Eduardo S. Cudia" userId="b92cfa08-6a0f-4f25-b35d-cfae148c5175" providerId="ADAL" clId="{6D9934B5-0EAF-41B8-B79C-DD8EAB3C16B5}" dt="2026-07-16T14:43:56.594" v="688" actId="478"/>
          <ac:spMkLst>
            <pc:docMk/>
            <pc:sldMk cId="2670635914" sldId="267"/>
            <ac:spMk id="12" creationId="{3ED3144A-771F-4EC3-EADA-5343CBC76EEC}"/>
          </ac:spMkLst>
        </pc:spChg>
        <pc:spChg chg="add mod">
          <ac:chgData name="Eduardo S. Cudia" userId="b92cfa08-6a0f-4f25-b35d-cfae148c5175" providerId="ADAL" clId="{6D9934B5-0EAF-41B8-B79C-DD8EAB3C16B5}" dt="2026-07-16T17:01:59.015" v="2309" actId="113"/>
          <ac:spMkLst>
            <pc:docMk/>
            <pc:sldMk cId="2670635914" sldId="267"/>
            <ac:spMk id="13" creationId="{A3602E2F-B446-24C7-E19F-47ED114EEE24}"/>
          </ac:spMkLst>
        </pc:spChg>
        <pc:spChg chg="del">
          <ac:chgData name="Eduardo S. Cudia" userId="b92cfa08-6a0f-4f25-b35d-cfae148c5175" providerId="ADAL" clId="{6D9934B5-0EAF-41B8-B79C-DD8EAB3C16B5}" dt="2026-07-16T14:43:56.594" v="688" actId="478"/>
          <ac:spMkLst>
            <pc:docMk/>
            <pc:sldMk cId="2670635914" sldId="267"/>
            <ac:spMk id="14" creationId="{55E3AF6B-CA30-8D1A-AC43-CF9DA039FADB}"/>
          </ac:spMkLst>
        </pc:spChg>
        <pc:spChg chg="mod">
          <ac:chgData name="Eduardo S. Cudia" userId="b92cfa08-6a0f-4f25-b35d-cfae148c5175" providerId="ADAL" clId="{6D9934B5-0EAF-41B8-B79C-DD8EAB3C16B5}" dt="2026-07-16T17:04:20.267" v="2353" actId="207"/>
          <ac:spMkLst>
            <pc:docMk/>
            <pc:sldMk cId="2670635914" sldId="267"/>
            <ac:spMk id="16" creationId="{EFEC4A6A-5C82-568B-62BE-82FE509582EC}"/>
          </ac:spMkLst>
        </pc:spChg>
        <pc:spChg chg="add mod">
          <ac:chgData name="Eduardo S. Cudia" userId="b92cfa08-6a0f-4f25-b35d-cfae148c5175" providerId="ADAL" clId="{6D9934B5-0EAF-41B8-B79C-DD8EAB3C16B5}" dt="2026-07-16T17:01:54.740" v="2308" actId="207"/>
          <ac:spMkLst>
            <pc:docMk/>
            <pc:sldMk cId="2670635914" sldId="267"/>
            <ac:spMk id="18" creationId="{D7830DA7-3D6A-B060-2E0A-CD772ED790AF}"/>
          </ac:spMkLst>
        </pc:spChg>
        <pc:spChg chg="mod">
          <ac:chgData name="Eduardo S. Cudia" userId="b92cfa08-6a0f-4f25-b35d-cfae148c5175" providerId="ADAL" clId="{6D9934B5-0EAF-41B8-B79C-DD8EAB3C16B5}" dt="2026-07-16T17:01:59.015" v="2309" actId="113"/>
          <ac:spMkLst>
            <pc:docMk/>
            <pc:sldMk cId="2670635914" sldId="267"/>
            <ac:spMk id="20" creationId="{28E1EC26-F3CC-59F4-E989-B4C485D6309F}"/>
          </ac:spMkLst>
        </pc:spChg>
        <pc:spChg chg="mod">
          <ac:chgData name="Eduardo S. Cudia" userId="b92cfa08-6a0f-4f25-b35d-cfae148c5175" providerId="ADAL" clId="{6D9934B5-0EAF-41B8-B79C-DD8EAB3C16B5}" dt="2026-07-16T17:01:54.740" v="2308" actId="207"/>
          <ac:spMkLst>
            <pc:docMk/>
            <pc:sldMk cId="2670635914" sldId="267"/>
            <ac:spMk id="22" creationId="{9FA6E988-EA74-7DB3-C5FC-1308FB3AD0F4}"/>
          </ac:spMkLst>
        </pc:spChg>
        <pc:spChg chg="mod">
          <ac:chgData name="Eduardo S. Cudia" userId="b92cfa08-6a0f-4f25-b35d-cfae148c5175" providerId="ADAL" clId="{6D9934B5-0EAF-41B8-B79C-DD8EAB3C16B5}" dt="2026-07-16T17:01:54.740" v="2308" actId="207"/>
          <ac:spMkLst>
            <pc:docMk/>
            <pc:sldMk cId="2670635914" sldId="267"/>
            <ac:spMk id="24" creationId="{A89F5B1C-7BEB-5487-2F78-919895732531}"/>
          </ac:spMkLst>
        </pc:spChg>
        <pc:spChg chg="add mod">
          <ac:chgData name="Eduardo S. Cudia" userId="b92cfa08-6a0f-4f25-b35d-cfae148c5175" providerId="ADAL" clId="{6D9934B5-0EAF-41B8-B79C-DD8EAB3C16B5}" dt="2026-07-16T17:01:59.015" v="2309" actId="113"/>
          <ac:spMkLst>
            <pc:docMk/>
            <pc:sldMk cId="2670635914" sldId="267"/>
            <ac:spMk id="26" creationId="{E1D9B4B5-9D02-B8C2-DBDC-E3D1E72DA670}"/>
          </ac:spMkLst>
        </pc:spChg>
        <pc:spChg chg="mod">
          <ac:chgData name="Eduardo S. Cudia" userId="b92cfa08-6a0f-4f25-b35d-cfae148c5175" providerId="ADAL" clId="{6D9934B5-0EAF-41B8-B79C-DD8EAB3C16B5}" dt="2026-07-16T17:01:54.740" v="2308" actId="207"/>
          <ac:spMkLst>
            <pc:docMk/>
            <pc:sldMk cId="2670635914" sldId="267"/>
            <ac:spMk id="28" creationId="{FB07BA7B-F69F-D1A0-DC5F-164EDEE394D9}"/>
          </ac:spMkLst>
        </pc:spChg>
        <pc:spChg chg="add mod">
          <ac:chgData name="Eduardo S. Cudia" userId="b92cfa08-6a0f-4f25-b35d-cfae148c5175" providerId="ADAL" clId="{6D9934B5-0EAF-41B8-B79C-DD8EAB3C16B5}" dt="2026-07-16T17:02:22.409" v="2322" actId="1036"/>
          <ac:spMkLst>
            <pc:docMk/>
            <pc:sldMk cId="2670635914" sldId="267"/>
            <ac:spMk id="30" creationId="{F82A94F5-8930-90F9-2F77-EE2285AC1738}"/>
          </ac:spMkLst>
        </pc:spChg>
        <pc:spChg chg="add mod">
          <ac:chgData name="Eduardo S. Cudia" userId="b92cfa08-6a0f-4f25-b35d-cfae148c5175" providerId="ADAL" clId="{6D9934B5-0EAF-41B8-B79C-DD8EAB3C16B5}" dt="2026-07-16T17:03:54.557" v="2347" actId="207"/>
          <ac:spMkLst>
            <pc:docMk/>
            <pc:sldMk cId="2670635914" sldId="267"/>
            <ac:spMk id="32" creationId="{29D5C3AE-0FFD-1A9F-AD37-FABE4E47C887}"/>
          </ac:spMkLst>
        </pc:spChg>
        <pc:spChg chg="mod">
          <ac:chgData name="Eduardo S. Cudia" userId="b92cfa08-6a0f-4f25-b35d-cfae148c5175" providerId="ADAL" clId="{6D9934B5-0EAF-41B8-B79C-DD8EAB3C16B5}" dt="2026-07-16T17:04:09.174" v="2349" actId="207"/>
          <ac:spMkLst>
            <pc:docMk/>
            <pc:sldMk cId="2670635914" sldId="267"/>
            <ac:spMk id="34" creationId="{3015AA5F-3D89-EB06-2B2B-67875522591C}"/>
          </ac:spMkLst>
        </pc:spChg>
        <pc:spChg chg="mod">
          <ac:chgData name="Eduardo S. Cudia" userId="b92cfa08-6a0f-4f25-b35d-cfae148c5175" providerId="ADAL" clId="{6D9934B5-0EAF-41B8-B79C-DD8EAB3C16B5}" dt="2026-07-16T17:02:22.409" v="2322" actId="1036"/>
          <ac:spMkLst>
            <pc:docMk/>
            <pc:sldMk cId="2670635914" sldId="267"/>
            <ac:spMk id="36" creationId="{D7703126-6236-ADF1-2CC6-DE3396DE71F6}"/>
          </ac:spMkLst>
        </pc:spChg>
        <pc:spChg chg="mod">
          <ac:chgData name="Eduardo S. Cudia" userId="b92cfa08-6a0f-4f25-b35d-cfae148c5175" providerId="ADAL" clId="{6D9934B5-0EAF-41B8-B79C-DD8EAB3C16B5}" dt="2026-07-16T17:03:54.557" v="2347" actId="207"/>
          <ac:spMkLst>
            <pc:docMk/>
            <pc:sldMk cId="2670635914" sldId="267"/>
            <ac:spMk id="38" creationId="{072BAEB7-F0A8-2ED0-0418-E5B819AE4CF6}"/>
          </ac:spMkLst>
        </pc:spChg>
        <pc:spChg chg="mod">
          <ac:chgData name="Eduardo S. Cudia" userId="b92cfa08-6a0f-4f25-b35d-cfae148c5175" providerId="ADAL" clId="{6D9934B5-0EAF-41B8-B79C-DD8EAB3C16B5}" dt="2026-07-16T17:04:09.174" v="2349" actId="207"/>
          <ac:spMkLst>
            <pc:docMk/>
            <pc:sldMk cId="2670635914" sldId="267"/>
            <ac:spMk id="40" creationId="{F064DC9F-9518-1462-C14D-80EEFD688B16}"/>
          </ac:spMkLst>
        </pc:spChg>
        <pc:spChg chg="add mod">
          <ac:chgData name="Eduardo S. Cudia" userId="b92cfa08-6a0f-4f25-b35d-cfae148c5175" providerId="ADAL" clId="{6D9934B5-0EAF-41B8-B79C-DD8EAB3C16B5}" dt="2026-07-16T17:02:22.409" v="2322" actId="1036"/>
          <ac:spMkLst>
            <pc:docMk/>
            <pc:sldMk cId="2670635914" sldId="267"/>
            <ac:spMk id="42" creationId="{82A044BF-9439-910C-4A4B-B3D17178AF55}"/>
          </ac:spMkLst>
        </pc:spChg>
        <pc:spChg chg="add mod">
          <ac:chgData name="Eduardo S. Cudia" userId="b92cfa08-6a0f-4f25-b35d-cfae148c5175" providerId="ADAL" clId="{6D9934B5-0EAF-41B8-B79C-DD8EAB3C16B5}" dt="2026-07-16T17:03:54.557" v="2347" actId="207"/>
          <ac:spMkLst>
            <pc:docMk/>
            <pc:sldMk cId="2670635914" sldId="267"/>
            <ac:spMk id="44" creationId="{7B5996D5-46CF-137C-2A51-3FA2E3F8EE14}"/>
          </ac:spMkLst>
        </pc:spChg>
        <pc:spChg chg="mod">
          <ac:chgData name="Eduardo S. Cudia" userId="b92cfa08-6a0f-4f25-b35d-cfae148c5175" providerId="ADAL" clId="{6D9934B5-0EAF-41B8-B79C-DD8EAB3C16B5}" dt="2026-07-16T17:04:09.174" v="2349" actId="207"/>
          <ac:spMkLst>
            <pc:docMk/>
            <pc:sldMk cId="2670635914" sldId="267"/>
            <ac:spMk id="46" creationId="{DD35B79F-F5C4-D09D-D9E1-0692DA83CEEE}"/>
          </ac:spMkLst>
        </pc:spChg>
        <pc:spChg chg="mod">
          <ac:chgData name="Eduardo S. Cudia" userId="b92cfa08-6a0f-4f25-b35d-cfae148c5175" providerId="ADAL" clId="{6D9934B5-0EAF-41B8-B79C-DD8EAB3C16B5}" dt="2026-07-16T17:02:22.409" v="2322" actId="1036"/>
          <ac:spMkLst>
            <pc:docMk/>
            <pc:sldMk cId="2670635914" sldId="267"/>
            <ac:spMk id="48" creationId="{4A76F8DF-F51D-7701-26E8-F56C17CA7790}"/>
          </ac:spMkLst>
        </pc:spChg>
        <pc:spChg chg="mod">
          <ac:chgData name="Eduardo S. Cudia" userId="b92cfa08-6a0f-4f25-b35d-cfae148c5175" providerId="ADAL" clId="{6D9934B5-0EAF-41B8-B79C-DD8EAB3C16B5}" dt="2026-07-16T17:03:54.557" v="2347" actId="207"/>
          <ac:spMkLst>
            <pc:docMk/>
            <pc:sldMk cId="2670635914" sldId="267"/>
            <ac:spMk id="50" creationId="{2EA868EA-9B92-7073-EFF6-6A2B62BE86C0}"/>
          </ac:spMkLst>
        </pc:spChg>
        <pc:spChg chg="add mod">
          <ac:chgData name="Eduardo S. Cudia" userId="b92cfa08-6a0f-4f25-b35d-cfae148c5175" providerId="ADAL" clId="{6D9934B5-0EAF-41B8-B79C-DD8EAB3C16B5}" dt="2026-07-16T17:04:09.174" v="2349" actId="207"/>
          <ac:spMkLst>
            <pc:docMk/>
            <pc:sldMk cId="2670635914" sldId="267"/>
            <ac:spMk id="52" creationId="{8954E8C3-5A92-A804-2FB6-91D6E00E2EF5}"/>
          </ac:spMkLst>
        </pc:spChg>
        <pc:spChg chg="add mod">
          <ac:chgData name="Eduardo S. Cudia" userId="b92cfa08-6a0f-4f25-b35d-cfae148c5175" providerId="ADAL" clId="{6D9934B5-0EAF-41B8-B79C-DD8EAB3C16B5}" dt="2026-07-16T17:04:54.683" v="2368" actId="14100"/>
          <ac:spMkLst>
            <pc:docMk/>
            <pc:sldMk cId="2670635914" sldId="267"/>
            <ac:spMk id="54" creationId="{BEC8AA40-CEEE-61E9-EBD1-0BD7F803D6BF}"/>
          </ac:spMkLst>
        </pc:spChg>
        <pc:spChg chg="mod">
          <ac:chgData name="Eduardo S. Cudia" userId="b92cfa08-6a0f-4f25-b35d-cfae148c5175" providerId="ADAL" clId="{6D9934B5-0EAF-41B8-B79C-DD8EAB3C16B5}" dt="2026-07-16T17:04:45.948" v="2366" actId="14100"/>
          <ac:spMkLst>
            <pc:docMk/>
            <pc:sldMk cId="2670635914" sldId="267"/>
            <ac:spMk id="56" creationId="{F9C4F1BE-CF75-69FE-994D-081388EACC5E}"/>
          </ac:spMkLst>
        </pc:spChg>
      </pc:sldChg>
      <pc:sldChg chg="addSp delSp modSp mod">
        <pc:chgData name="Eduardo S. Cudia" userId="b92cfa08-6a0f-4f25-b35d-cfae148c5175" providerId="ADAL" clId="{6D9934B5-0EAF-41B8-B79C-DD8EAB3C16B5}" dt="2026-07-16T17:00:56.714" v="2276" actId="1036"/>
        <pc:sldMkLst>
          <pc:docMk/>
          <pc:sldMk cId="183085202" sldId="268"/>
        </pc:sldMkLst>
        <pc:spChg chg="del mod">
          <ac:chgData name="Eduardo S. Cudia" userId="b92cfa08-6a0f-4f25-b35d-cfae148c5175" providerId="ADAL" clId="{6D9934B5-0EAF-41B8-B79C-DD8EAB3C16B5}" dt="2026-07-16T14:43:54.525" v="687" actId="478"/>
          <ac:spMkLst>
            <pc:docMk/>
            <pc:sldMk cId="183085202" sldId="268"/>
            <ac:spMk id="3" creationId="{57D4C7C8-70BD-89E6-4AB6-15AA23F2DE3E}"/>
          </ac:spMkLst>
        </pc:spChg>
        <pc:spChg chg="add mod">
          <ac:chgData name="Eduardo S. Cudia" userId="b92cfa08-6a0f-4f25-b35d-cfae148c5175" providerId="ADAL" clId="{6D9934B5-0EAF-41B8-B79C-DD8EAB3C16B5}" dt="2026-07-16T16:59:42.325" v="2205" actId="1038"/>
          <ac:spMkLst>
            <pc:docMk/>
            <pc:sldMk cId="183085202" sldId="268"/>
            <ac:spMk id="3" creationId="{D0F7AC7E-17C3-397E-CEA0-8136CE67872D}"/>
          </ac:spMkLst>
        </pc:spChg>
        <pc:spChg chg="add del mod">
          <ac:chgData name="Eduardo S. Cudia" userId="b92cfa08-6a0f-4f25-b35d-cfae148c5175" providerId="ADAL" clId="{6D9934B5-0EAF-41B8-B79C-DD8EAB3C16B5}" dt="2026-07-16T14:43:54.525" v="687" actId="478"/>
          <ac:spMkLst>
            <pc:docMk/>
            <pc:sldMk cId="183085202" sldId="268"/>
            <ac:spMk id="4" creationId="{FA24C934-0592-175B-1F8B-16B9F0F1EDEA}"/>
          </ac:spMkLst>
        </pc:spChg>
        <pc:spChg chg="add">
          <ac:chgData name="Eduardo S. Cudia" userId="b92cfa08-6a0f-4f25-b35d-cfae148c5175" providerId="ADAL" clId="{6D9934B5-0EAF-41B8-B79C-DD8EAB3C16B5}" dt="2026-07-16T14:44:22.955" v="720" actId="22"/>
          <ac:spMkLst>
            <pc:docMk/>
            <pc:sldMk cId="183085202" sldId="268"/>
            <ac:spMk id="5" creationId="{4A1CD972-F84C-E8E8-07B4-5B4E51300467}"/>
          </ac:spMkLst>
        </pc:spChg>
        <pc:spChg chg="del mod">
          <ac:chgData name="Eduardo S. Cudia" userId="b92cfa08-6a0f-4f25-b35d-cfae148c5175" providerId="ADAL" clId="{6D9934B5-0EAF-41B8-B79C-DD8EAB3C16B5}" dt="2026-07-16T08:27:42.704" v="524" actId="478"/>
          <ac:spMkLst>
            <pc:docMk/>
            <pc:sldMk cId="183085202" sldId="268"/>
            <ac:spMk id="5" creationId="{EF302BE6-8F4F-64BB-6A03-615EE7169361}"/>
          </ac:spMkLst>
        </pc:spChg>
        <pc:spChg chg="add mod">
          <ac:chgData name="Eduardo S. Cudia" userId="b92cfa08-6a0f-4f25-b35d-cfae148c5175" providerId="ADAL" clId="{6D9934B5-0EAF-41B8-B79C-DD8EAB3C16B5}" dt="2026-07-16T17:00:01.931" v="2261" actId="1036"/>
          <ac:spMkLst>
            <pc:docMk/>
            <pc:sldMk cId="183085202" sldId="268"/>
            <ac:spMk id="6" creationId="{6473EA00-4F1E-930E-31C5-AAB5264A07FE}"/>
          </ac:spMkLst>
        </pc:spChg>
        <pc:spChg chg="mod">
          <ac:chgData name="Eduardo S. Cudia" userId="b92cfa08-6a0f-4f25-b35d-cfae148c5175" providerId="ADAL" clId="{6D9934B5-0EAF-41B8-B79C-DD8EAB3C16B5}" dt="2026-07-16T16:57:31.749" v="2106" actId="255"/>
          <ac:spMkLst>
            <pc:docMk/>
            <pc:sldMk cId="183085202" sldId="268"/>
            <ac:spMk id="7" creationId="{4185ED49-C428-8FD7-7679-CBF1EF9AB0B7}"/>
          </ac:spMkLst>
        </pc:spChg>
        <pc:spChg chg="del">
          <ac:chgData name="Eduardo S. Cudia" userId="b92cfa08-6a0f-4f25-b35d-cfae148c5175" providerId="ADAL" clId="{6D9934B5-0EAF-41B8-B79C-DD8EAB3C16B5}" dt="2026-07-16T14:43:54.525" v="687" actId="478"/>
          <ac:spMkLst>
            <pc:docMk/>
            <pc:sldMk cId="183085202" sldId="268"/>
            <ac:spMk id="10" creationId="{741CACED-C8F2-A3E0-1D62-D4BD1E7AC7A8}"/>
          </ac:spMkLst>
        </pc:spChg>
        <pc:spChg chg="add mod">
          <ac:chgData name="Eduardo S. Cudia" userId="b92cfa08-6a0f-4f25-b35d-cfae148c5175" providerId="ADAL" clId="{6D9934B5-0EAF-41B8-B79C-DD8EAB3C16B5}" dt="2026-07-16T17:00:01.931" v="2261" actId="1036"/>
          <ac:spMkLst>
            <pc:docMk/>
            <pc:sldMk cId="183085202" sldId="268"/>
            <ac:spMk id="10" creationId="{F219E5B3-82C0-BECD-CD0F-02FB50A6CC99}"/>
          </ac:spMkLst>
        </pc:spChg>
        <pc:spChg chg="add mod">
          <ac:chgData name="Eduardo S. Cudia" userId="b92cfa08-6a0f-4f25-b35d-cfae148c5175" providerId="ADAL" clId="{6D9934B5-0EAF-41B8-B79C-DD8EAB3C16B5}" dt="2026-07-16T16:57:35.660" v="2107" actId="207"/>
          <ac:spMkLst>
            <pc:docMk/>
            <pc:sldMk cId="183085202" sldId="268"/>
            <ac:spMk id="11" creationId="{3D042CD5-B93C-D74B-C23A-2CB663863F11}"/>
          </ac:spMkLst>
        </pc:spChg>
        <pc:spChg chg="add del mod">
          <ac:chgData name="Eduardo S. Cudia" userId="b92cfa08-6a0f-4f25-b35d-cfae148c5175" providerId="ADAL" clId="{6D9934B5-0EAF-41B8-B79C-DD8EAB3C16B5}" dt="2026-07-16T08:27:45.711" v="525" actId="478"/>
          <ac:spMkLst>
            <pc:docMk/>
            <pc:sldMk cId="183085202" sldId="268"/>
            <ac:spMk id="12" creationId="{B1E880D3-4B02-06C8-0FB0-9B1DCFEA6B3B}"/>
          </ac:spMkLst>
        </pc:spChg>
        <pc:spChg chg="mod">
          <ac:chgData name="Eduardo S. Cudia" userId="b92cfa08-6a0f-4f25-b35d-cfae148c5175" providerId="ADAL" clId="{6D9934B5-0EAF-41B8-B79C-DD8EAB3C16B5}" dt="2026-07-16T17:00:01.931" v="2261" actId="1036"/>
          <ac:spMkLst>
            <pc:docMk/>
            <pc:sldMk cId="183085202" sldId="268"/>
            <ac:spMk id="13" creationId="{92C9AD70-B6A5-45F8-AF14-EAA3148DB374}"/>
          </ac:spMkLst>
        </pc:spChg>
        <pc:spChg chg="del mod">
          <ac:chgData name="Eduardo S. Cudia" userId="b92cfa08-6a0f-4f25-b35d-cfae148c5175" providerId="ADAL" clId="{6D9934B5-0EAF-41B8-B79C-DD8EAB3C16B5}" dt="2026-07-16T14:43:54.525" v="687" actId="478"/>
          <ac:spMkLst>
            <pc:docMk/>
            <pc:sldMk cId="183085202" sldId="268"/>
            <ac:spMk id="14" creationId="{3DA4DE04-22A1-76B8-7B81-293F6A260C84}"/>
          </ac:spMkLst>
        </pc:spChg>
        <pc:spChg chg="add mod">
          <ac:chgData name="Eduardo S. Cudia" userId="b92cfa08-6a0f-4f25-b35d-cfae148c5175" providerId="ADAL" clId="{6D9934B5-0EAF-41B8-B79C-DD8EAB3C16B5}" dt="2026-07-16T16:59:42.325" v="2205" actId="1038"/>
          <ac:spMkLst>
            <pc:docMk/>
            <pc:sldMk cId="183085202" sldId="268"/>
            <ac:spMk id="14" creationId="{8FA56D61-D698-2C6C-5335-F954979E3527}"/>
          </ac:spMkLst>
        </pc:spChg>
        <pc:spChg chg="add del mod">
          <ac:chgData name="Eduardo S. Cudia" userId="b92cfa08-6a0f-4f25-b35d-cfae148c5175" providerId="ADAL" clId="{6D9934B5-0EAF-41B8-B79C-DD8EAB3C16B5}" dt="2026-07-16T08:27:52.536" v="528" actId="478"/>
          <ac:spMkLst>
            <pc:docMk/>
            <pc:sldMk cId="183085202" sldId="268"/>
            <ac:spMk id="16" creationId="{9D244D68-8974-87FB-99A4-9BB9E587C82D}"/>
          </ac:spMkLst>
        </pc:spChg>
        <pc:spChg chg="del mod">
          <ac:chgData name="Eduardo S. Cudia" userId="b92cfa08-6a0f-4f25-b35d-cfae148c5175" providerId="ADAL" clId="{6D9934B5-0EAF-41B8-B79C-DD8EAB3C16B5}" dt="2026-07-16T16:59:20.702" v="2189" actId="478"/>
          <ac:spMkLst>
            <pc:docMk/>
            <pc:sldMk cId="183085202" sldId="268"/>
            <ac:spMk id="16" creationId="{EE6B69DA-5759-F1F8-7CD3-4138E9AD8A87}"/>
          </ac:spMkLst>
        </pc:spChg>
        <pc:spChg chg="add mod">
          <ac:chgData name="Eduardo S. Cudia" userId="b92cfa08-6a0f-4f25-b35d-cfae148c5175" providerId="ADAL" clId="{6D9934B5-0EAF-41B8-B79C-DD8EAB3C16B5}" dt="2026-07-16T17:00:01.931" v="2261" actId="1036"/>
          <ac:spMkLst>
            <pc:docMk/>
            <pc:sldMk cId="183085202" sldId="268"/>
            <ac:spMk id="17" creationId="{F6230FA5-87D7-53FE-F54E-15ED0DB6602A}"/>
          </ac:spMkLst>
        </pc:spChg>
        <pc:spChg chg="del mod">
          <ac:chgData name="Eduardo S. Cudia" userId="b92cfa08-6a0f-4f25-b35d-cfae148c5175" providerId="ADAL" clId="{6D9934B5-0EAF-41B8-B79C-DD8EAB3C16B5}" dt="2026-07-16T14:43:54.525" v="687" actId="478"/>
          <ac:spMkLst>
            <pc:docMk/>
            <pc:sldMk cId="183085202" sldId="268"/>
            <ac:spMk id="18" creationId="{2AB250EB-784C-5A2F-92CC-A8683EA1E8AB}"/>
          </ac:spMkLst>
        </pc:spChg>
        <pc:spChg chg="del mod">
          <ac:chgData name="Eduardo S. Cudia" userId="b92cfa08-6a0f-4f25-b35d-cfae148c5175" providerId="ADAL" clId="{6D9934B5-0EAF-41B8-B79C-DD8EAB3C16B5}" dt="2026-07-16T16:59:20.702" v="2189" actId="478"/>
          <ac:spMkLst>
            <pc:docMk/>
            <pc:sldMk cId="183085202" sldId="268"/>
            <ac:spMk id="19" creationId="{4CB5EA14-DF90-4DAD-54E9-FA9D8C1FA47E}"/>
          </ac:spMkLst>
        </pc:spChg>
        <pc:spChg chg="add mod">
          <ac:chgData name="Eduardo S. Cudia" userId="b92cfa08-6a0f-4f25-b35d-cfae148c5175" providerId="ADAL" clId="{6D9934B5-0EAF-41B8-B79C-DD8EAB3C16B5}" dt="2026-07-16T17:00:01.931" v="2261" actId="1036"/>
          <ac:spMkLst>
            <pc:docMk/>
            <pc:sldMk cId="183085202" sldId="268"/>
            <ac:spMk id="20" creationId="{7716047F-7924-EF3B-8FAE-28047BE5F196}"/>
          </ac:spMkLst>
        </pc:spChg>
        <pc:spChg chg="del mod">
          <ac:chgData name="Eduardo S. Cudia" userId="b92cfa08-6a0f-4f25-b35d-cfae148c5175" providerId="ADAL" clId="{6D9934B5-0EAF-41B8-B79C-DD8EAB3C16B5}" dt="2026-07-16T14:43:54.525" v="687" actId="478"/>
          <ac:spMkLst>
            <pc:docMk/>
            <pc:sldMk cId="183085202" sldId="268"/>
            <ac:spMk id="20" creationId="{B5485C87-FA72-DEC6-32DC-A23F2E4F4618}"/>
          </ac:spMkLst>
        </pc:spChg>
        <pc:spChg chg="del mod">
          <ac:chgData name="Eduardo S. Cudia" userId="b92cfa08-6a0f-4f25-b35d-cfae148c5175" providerId="ADAL" clId="{6D9934B5-0EAF-41B8-B79C-DD8EAB3C16B5}" dt="2026-07-16T14:43:54.525" v="687" actId="478"/>
          <ac:spMkLst>
            <pc:docMk/>
            <pc:sldMk cId="183085202" sldId="268"/>
            <ac:spMk id="22" creationId="{CBB83ED9-D741-1EDA-00D3-0CF658B64993}"/>
          </ac:spMkLst>
        </pc:spChg>
        <pc:spChg chg="mod">
          <ac:chgData name="Eduardo S. Cudia" userId="b92cfa08-6a0f-4f25-b35d-cfae148c5175" providerId="ADAL" clId="{6D9934B5-0EAF-41B8-B79C-DD8EAB3C16B5}" dt="2026-07-16T17:00:01.931" v="2261" actId="1036"/>
          <ac:spMkLst>
            <pc:docMk/>
            <pc:sldMk cId="183085202" sldId="268"/>
            <ac:spMk id="23" creationId="{30090A7B-15FE-ED29-360E-F5A2495518B0}"/>
          </ac:spMkLst>
        </pc:spChg>
        <pc:spChg chg="del">
          <ac:chgData name="Eduardo S. Cudia" userId="b92cfa08-6a0f-4f25-b35d-cfae148c5175" providerId="ADAL" clId="{6D9934B5-0EAF-41B8-B79C-DD8EAB3C16B5}" dt="2026-07-16T14:43:54.525" v="687" actId="478"/>
          <ac:spMkLst>
            <pc:docMk/>
            <pc:sldMk cId="183085202" sldId="268"/>
            <ac:spMk id="24" creationId="{EE7D832C-A472-DE27-3182-B34CAEBB9184}"/>
          </ac:spMkLst>
        </pc:spChg>
        <pc:spChg chg="mod">
          <ac:chgData name="Eduardo S. Cudia" userId="b92cfa08-6a0f-4f25-b35d-cfae148c5175" providerId="ADAL" clId="{6D9934B5-0EAF-41B8-B79C-DD8EAB3C16B5}" dt="2026-07-16T17:00:01.931" v="2261" actId="1036"/>
          <ac:spMkLst>
            <pc:docMk/>
            <pc:sldMk cId="183085202" sldId="268"/>
            <ac:spMk id="26" creationId="{961E8888-F7A3-DB04-38B2-0F2D078B38AB}"/>
          </ac:spMkLst>
        </pc:spChg>
        <pc:spChg chg="del mod">
          <ac:chgData name="Eduardo S. Cudia" userId="b92cfa08-6a0f-4f25-b35d-cfae148c5175" providerId="ADAL" clId="{6D9934B5-0EAF-41B8-B79C-DD8EAB3C16B5}" dt="2026-07-16T16:59:20.702" v="2189" actId="478"/>
          <ac:spMkLst>
            <pc:docMk/>
            <pc:sldMk cId="183085202" sldId="268"/>
            <ac:spMk id="30" creationId="{16AA43F6-A240-4786-8D17-FED17C843AEA}"/>
          </ac:spMkLst>
        </pc:spChg>
        <pc:spChg chg="del mod">
          <ac:chgData name="Eduardo S. Cudia" userId="b92cfa08-6a0f-4f25-b35d-cfae148c5175" providerId="ADAL" clId="{6D9934B5-0EAF-41B8-B79C-DD8EAB3C16B5}" dt="2026-07-16T16:59:20.702" v="2189" actId="478"/>
          <ac:spMkLst>
            <pc:docMk/>
            <pc:sldMk cId="183085202" sldId="268"/>
            <ac:spMk id="32" creationId="{6E3CFD1E-6DC8-546A-E93F-8A016E5E8DF2}"/>
          </ac:spMkLst>
        </pc:spChg>
        <pc:spChg chg="mod">
          <ac:chgData name="Eduardo S. Cudia" userId="b92cfa08-6a0f-4f25-b35d-cfae148c5175" providerId="ADAL" clId="{6D9934B5-0EAF-41B8-B79C-DD8EAB3C16B5}" dt="2026-07-16T17:00:01.931" v="2261" actId="1036"/>
          <ac:spMkLst>
            <pc:docMk/>
            <pc:sldMk cId="183085202" sldId="268"/>
            <ac:spMk id="34" creationId="{F1CF3523-D46A-37CF-9BF1-67B0340D449B}"/>
          </ac:spMkLst>
        </pc:spChg>
        <pc:spChg chg="mod">
          <ac:chgData name="Eduardo S. Cudia" userId="b92cfa08-6a0f-4f25-b35d-cfae148c5175" providerId="ADAL" clId="{6D9934B5-0EAF-41B8-B79C-DD8EAB3C16B5}" dt="2026-07-16T17:00:01.931" v="2261" actId="1036"/>
          <ac:spMkLst>
            <pc:docMk/>
            <pc:sldMk cId="183085202" sldId="268"/>
            <ac:spMk id="36" creationId="{902EF946-5D5D-28EB-8120-DFAEB221450E}"/>
          </ac:spMkLst>
        </pc:spChg>
        <pc:spChg chg="del mod">
          <ac:chgData name="Eduardo S. Cudia" userId="b92cfa08-6a0f-4f25-b35d-cfae148c5175" providerId="ADAL" clId="{6D9934B5-0EAF-41B8-B79C-DD8EAB3C16B5}" dt="2026-07-16T16:59:20.702" v="2189" actId="478"/>
          <ac:spMkLst>
            <pc:docMk/>
            <pc:sldMk cId="183085202" sldId="268"/>
            <ac:spMk id="40" creationId="{099CE0C6-27D7-BF44-59C8-858735722129}"/>
          </ac:spMkLst>
        </pc:spChg>
        <pc:spChg chg="del mod">
          <ac:chgData name="Eduardo S. Cudia" userId="b92cfa08-6a0f-4f25-b35d-cfae148c5175" providerId="ADAL" clId="{6D9934B5-0EAF-41B8-B79C-DD8EAB3C16B5}" dt="2026-07-16T16:59:20.702" v="2189" actId="478"/>
          <ac:spMkLst>
            <pc:docMk/>
            <pc:sldMk cId="183085202" sldId="268"/>
            <ac:spMk id="42" creationId="{EA021E4F-BF1E-95AD-E891-3333D1DDC2AB}"/>
          </ac:spMkLst>
        </pc:spChg>
        <pc:spChg chg="mod">
          <ac:chgData name="Eduardo S. Cudia" userId="b92cfa08-6a0f-4f25-b35d-cfae148c5175" providerId="ADAL" clId="{6D9934B5-0EAF-41B8-B79C-DD8EAB3C16B5}" dt="2026-07-16T17:00:01.931" v="2261" actId="1036"/>
          <ac:spMkLst>
            <pc:docMk/>
            <pc:sldMk cId="183085202" sldId="268"/>
            <ac:spMk id="44" creationId="{41AEED79-65B2-F301-29AB-A067A9ECC302}"/>
          </ac:spMkLst>
        </pc:spChg>
        <pc:spChg chg="mod">
          <ac:chgData name="Eduardo S. Cudia" userId="b92cfa08-6a0f-4f25-b35d-cfae148c5175" providerId="ADAL" clId="{6D9934B5-0EAF-41B8-B79C-DD8EAB3C16B5}" dt="2026-07-16T16:58:48.132" v="2174" actId="14100"/>
          <ac:spMkLst>
            <pc:docMk/>
            <pc:sldMk cId="183085202" sldId="268"/>
            <ac:spMk id="46" creationId="{F74A552F-3D34-3094-5C4A-28864C76F3DC}"/>
          </ac:spMkLst>
        </pc:spChg>
        <pc:spChg chg="mod">
          <ac:chgData name="Eduardo S. Cudia" userId="b92cfa08-6a0f-4f25-b35d-cfae148c5175" providerId="ADAL" clId="{6D9934B5-0EAF-41B8-B79C-DD8EAB3C16B5}" dt="2026-07-16T17:00:56.714" v="2276" actId="1036"/>
          <ac:spMkLst>
            <pc:docMk/>
            <pc:sldMk cId="183085202" sldId="268"/>
            <ac:spMk id="50" creationId="{8F58C839-1C6E-706C-1937-6C1448083111}"/>
          </ac:spMkLst>
        </pc:spChg>
        <pc:spChg chg="mod">
          <ac:chgData name="Eduardo S. Cudia" userId="b92cfa08-6a0f-4f25-b35d-cfae148c5175" providerId="ADAL" clId="{6D9934B5-0EAF-41B8-B79C-DD8EAB3C16B5}" dt="2026-07-16T17:00:10.413" v="2264" actId="2711"/>
          <ac:spMkLst>
            <pc:docMk/>
            <pc:sldMk cId="183085202" sldId="268"/>
            <ac:spMk id="52" creationId="{F069671F-E3FB-9C77-E56C-588245551B3C}"/>
          </ac:spMkLst>
        </pc:spChg>
        <pc:spChg chg="add mod">
          <ac:chgData name="Eduardo S. Cudia" userId="b92cfa08-6a0f-4f25-b35d-cfae148c5175" providerId="ADAL" clId="{6D9934B5-0EAF-41B8-B79C-DD8EAB3C16B5}" dt="2026-07-16T17:00:56.714" v="2276" actId="1036"/>
          <ac:spMkLst>
            <pc:docMk/>
            <pc:sldMk cId="183085202" sldId="268"/>
            <ac:spMk id="54" creationId="{399690F5-50F7-E5B4-437D-73D96E04EAA7}"/>
          </ac:spMkLst>
        </pc:spChg>
        <pc:spChg chg="add mod">
          <ac:chgData name="Eduardo S. Cudia" userId="b92cfa08-6a0f-4f25-b35d-cfae148c5175" providerId="ADAL" clId="{6D9934B5-0EAF-41B8-B79C-DD8EAB3C16B5}" dt="2026-07-16T15:46:11.656" v="2092" actId="207"/>
          <ac:spMkLst>
            <pc:docMk/>
            <pc:sldMk cId="183085202" sldId="268"/>
            <ac:spMk id="56" creationId="{4063ACD1-7132-CFA9-2FC5-4CE0FDF3A0C0}"/>
          </ac:spMkLst>
        </pc:spChg>
        <pc:spChg chg="mod">
          <ac:chgData name="Eduardo S. Cudia" userId="b92cfa08-6a0f-4f25-b35d-cfae148c5175" providerId="ADAL" clId="{6D9934B5-0EAF-41B8-B79C-DD8EAB3C16B5}" dt="2026-07-16T17:00:56.714" v="2276" actId="1036"/>
          <ac:spMkLst>
            <pc:docMk/>
            <pc:sldMk cId="183085202" sldId="268"/>
            <ac:spMk id="58" creationId="{8E64F96C-7714-34AD-F94A-5010E79B6161}"/>
          </ac:spMkLst>
        </pc:spChg>
        <pc:spChg chg="mod">
          <ac:chgData name="Eduardo S. Cudia" userId="b92cfa08-6a0f-4f25-b35d-cfae148c5175" providerId="ADAL" clId="{6D9934B5-0EAF-41B8-B79C-DD8EAB3C16B5}" dt="2026-07-16T17:00:10.413" v="2264" actId="2711"/>
          <ac:spMkLst>
            <pc:docMk/>
            <pc:sldMk cId="183085202" sldId="268"/>
            <ac:spMk id="60" creationId="{23BE4D81-56F8-5A42-1F44-0CE93C59F24F}"/>
          </ac:spMkLst>
        </pc:spChg>
        <pc:spChg chg="add mod">
          <ac:chgData name="Eduardo S. Cudia" userId="b92cfa08-6a0f-4f25-b35d-cfae148c5175" providerId="ADAL" clId="{6D9934B5-0EAF-41B8-B79C-DD8EAB3C16B5}" dt="2026-07-16T15:46:11.656" v="2092" actId="207"/>
          <ac:spMkLst>
            <pc:docMk/>
            <pc:sldMk cId="183085202" sldId="268"/>
            <ac:spMk id="62" creationId="{31B6228F-07E3-3EDE-4FF7-B14D43D3E9AD}"/>
          </ac:spMkLst>
        </pc:spChg>
        <pc:spChg chg="mod">
          <ac:chgData name="Eduardo S. Cudia" userId="b92cfa08-6a0f-4f25-b35d-cfae148c5175" providerId="ADAL" clId="{6D9934B5-0EAF-41B8-B79C-DD8EAB3C16B5}" dt="2026-07-16T17:00:10.413" v="2264" actId="2711"/>
          <ac:spMkLst>
            <pc:docMk/>
            <pc:sldMk cId="183085202" sldId="268"/>
            <ac:spMk id="68" creationId="{3C6B2526-ED90-4209-C5D8-D236E0BBF1D1}"/>
          </ac:spMkLst>
        </pc:spChg>
        <pc:spChg chg="add">
          <ac:chgData name="Eduardo S. Cudia" userId="b92cfa08-6a0f-4f25-b35d-cfae148c5175" providerId="ADAL" clId="{6D9934B5-0EAF-41B8-B79C-DD8EAB3C16B5}" dt="2026-07-16T15:46:09.557" v="2090" actId="22"/>
          <ac:spMkLst>
            <pc:docMk/>
            <pc:sldMk cId="183085202" sldId="268"/>
            <ac:spMk id="70" creationId="{9B430C87-BD01-A4ED-647E-C310A061E696}"/>
          </ac:spMkLst>
        </pc:spChg>
        <pc:spChg chg="add mod">
          <ac:chgData name="Eduardo S. Cudia" userId="b92cfa08-6a0f-4f25-b35d-cfae148c5175" providerId="ADAL" clId="{6D9934B5-0EAF-41B8-B79C-DD8EAB3C16B5}" dt="2026-07-16T17:00:10.413" v="2264" actId="2711"/>
          <ac:spMkLst>
            <pc:docMk/>
            <pc:sldMk cId="183085202" sldId="268"/>
            <ac:spMk id="72" creationId="{292057E1-A037-2C86-817A-DA368FFB5B0F}"/>
          </ac:spMkLst>
        </pc:spChg>
        <pc:spChg chg="add mod">
          <ac:chgData name="Eduardo S. Cudia" userId="b92cfa08-6a0f-4f25-b35d-cfae148c5175" providerId="ADAL" clId="{6D9934B5-0EAF-41B8-B79C-DD8EAB3C16B5}" dt="2026-07-16T17:00:10.413" v="2264" actId="2711"/>
          <ac:spMkLst>
            <pc:docMk/>
            <pc:sldMk cId="183085202" sldId="268"/>
            <ac:spMk id="76" creationId="{52FC9E0C-2EFB-3F2C-9203-1406C30CE384}"/>
          </ac:spMkLst>
        </pc:spChg>
        <pc:spChg chg="add mod">
          <ac:chgData name="Eduardo S. Cudia" userId="b92cfa08-6a0f-4f25-b35d-cfae148c5175" providerId="ADAL" clId="{6D9934B5-0EAF-41B8-B79C-DD8EAB3C16B5}" dt="2026-07-16T15:46:11.656" v="2092" actId="207"/>
          <ac:spMkLst>
            <pc:docMk/>
            <pc:sldMk cId="183085202" sldId="268"/>
            <ac:spMk id="80" creationId="{8E68196B-C15D-1E58-8359-83C6DB446F62}"/>
          </ac:spMkLst>
        </pc:spChg>
        <pc:spChg chg="mod">
          <ac:chgData name="Eduardo S. Cudia" userId="b92cfa08-6a0f-4f25-b35d-cfae148c5175" providerId="ADAL" clId="{6D9934B5-0EAF-41B8-B79C-DD8EAB3C16B5}" dt="2026-07-16T17:00:20.311" v="2266" actId="14100"/>
          <ac:spMkLst>
            <pc:docMk/>
            <pc:sldMk cId="183085202" sldId="268"/>
            <ac:spMk id="84" creationId="{F9472332-0190-0974-D90B-BEAC389C3FF8}"/>
          </ac:spMkLst>
        </pc:spChg>
        <pc:spChg chg="mod">
          <ac:chgData name="Eduardo S. Cudia" userId="b92cfa08-6a0f-4f25-b35d-cfae148c5175" providerId="ADAL" clId="{6D9934B5-0EAF-41B8-B79C-DD8EAB3C16B5}" dt="2026-07-16T17:00:10.413" v="2264" actId="2711"/>
          <ac:spMkLst>
            <pc:docMk/>
            <pc:sldMk cId="183085202" sldId="268"/>
            <ac:spMk id="86" creationId="{57A32454-AB4D-3FF8-8578-E6CC8624E94F}"/>
          </ac:spMkLst>
        </pc:spChg>
        <pc:spChg chg="add mod">
          <ac:chgData name="Eduardo S. Cudia" userId="b92cfa08-6a0f-4f25-b35d-cfae148c5175" providerId="ADAL" clId="{6D9934B5-0EAF-41B8-B79C-DD8EAB3C16B5}" dt="2026-07-16T17:00:23.939" v="2267" actId="14100"/>
          <ac:spMkLst>
            <pc:docMk/>
            <pc:sldMk cId="183085202" sldId="268"/>
            <ac:spMk id="88" creationId="{200FC704-B35C-4C27-E369-19282B1D8FB2}"/>
          </ac:spMkLst>
        </pc:spChg>
        <pc:spChg chg="mod">
          <ac:chgData name="Eduardo S. Cudia" userId="b92cfa08-6a0f-4f25-b35d-cfae148c5175" providerId="ADAL" clId="{6D9934B5-0EAF-41B8-B79C-DD8EAB3C16B5}" dt="2026-07-16T17:00:15.496" v="2265" actId="14100"/>
          <ac:spMkLst>
            <pc:docMk/>
            <pc:sldMk cId="183085202" sldId="268"/>
            <ac:spMk id="90" creationId="{FFB704E4-F187-406E-AB62-BE0385D1EDDF}"/>
          </ac:spMkLst>
        </pc:spChg>
        <pc:spChg chg="add mod">
          <ac:chgData name="Eduardo S. Cudia" userId="b92cfa08-6a0f-4f25-b35d-cfae148c5175" providerId="ADAL" clId="{6D9934B5-0EAF-41B8-B79C-DD8EAB3C16B5}" dt="2026-07-16T17:00:34.191" v="2270" actId="14100"/>
          <ac:spMkLst>
            <pc:docMk/>
            <pc:sldMk cId="183085202" sldId="268"/>
            <ac:spMk id="92" creationId="{1F338FFD-985F-A1EF-C404-1B40B93F91E0}"/>
          </ac:spMkLst>
        </pc:spChg>
        <pc:spChg chg="mod">
          <ac:chgData name="Eduardo S. Cudia" userId="b92cfa08-6a0f-4f25-b35d-cfae148c5175" providerId="ADAL" clId="{6D9934B5-0EAF-41B8-B79C-DD8EAB3C16B5}" dt="2026-07-16T17:00:29.616" v="2269" actId="14100"/>
          <ac:spMkLst>
            <pc:docMk/>
            <pc:sldMk cId="183085202" sldId="268"/>
            <ac:spMk id="94" creationId="{29C0378E-D359-7B9A-3221-C6D238CDB5EB}"/>
          </ac:spMkLst>
        </pc:spChg>
      </pc:sldChg>
      <pc:sldChg chg="addSp delSp modSp mod">
        <pc:chgData name="Eduardo S. Cudia" userId="b92cfa08-6a0f-4f25-b35d-cfae148c5175" providerId="ADAL" clId="{6D9934B5-0EAF-41B8-B79C-DD8EAB3C16B5}" dt="2026-07-16T17:16:32.969" v="2569" actId="478"/>
        <pc:sldMkLst>
          <pc:docMk/>
          <pc:sldMk cId="2151516830" sldId="269"/>
        </pc:sldMkLst>
        <pc:spChg chg="add">
          <ac:chgData name="Eduardo S. Cudia" userId="b92cfa08-6a0f-4f25-b35d-cfae148c5175" providerId="ADAL" clId="{6D9934B5-0EAF-41B8-B79C-DD8EAB3C16B5}" dt="2026-07-16T14:44:31.741" v="723" actId="22"/>
          <ac:spMkLst>
            <pc:docMk/>
            <pc:sldMk cId="2151516830" sldId="269"/>
            <ac:spMk id="3" creationId="{581C645B-9278-7E28-6992-AE7816114009}"/>
          </ac:spMkLst>
        </pc:spChg>
        <pc:spChg chg="mod">
          <ac:chgData name="Eduardo S. Cudia" userId="b92cfa08-6a0f-4f25-b35d-cfae148c5175" providerId="ADAL" clId="{6D9934B5-0EAF-41B8-B79C-DD8EAB3C16B5}" dt="2026-07-16T08:25:23.252" v="512" actId="207"/>
          <ac:spMkLst>
            <pc:docMk/>
            <pc:sldMk cId="2151516830" sldId="269"/>
            <ac:spMk id="4" creationId="{F8E62588-A489-4F9C-69D4-561DDEA79DEF}"/>
          </ac:spMkLst>
        </pc:spChg>
        <pc:spChg chg="del mod">
          <ac:chgData name="Eduardo S. Cudia" userId="b92cfa08-6a0f-4f25-b35d-cfae148c5175" providerId="ADAL" clId="{6D9934B5-0EAF-41B8-B79C-DD8EAB3C16B5}" dt="2026-07-16T17:16:32.969" v="2569" actId="478"/>
          <ac:spMkLst>
            <pc:docMk/>
            <pc:sldMk cId="2151516830" sldId="269"/>
            <ac:spMk id="9" creationId="{3DB67734-4157-AF7E-4F8C-A4085D5E0F0D}"/>
          </ac:spMkLst>
        </pc:spChg>
        <pc:spChg chg="del">
          <ac:chgData name="Eduardo S. Cudia" userId="b92cfa08-6a0f-4f25-b35d-cfae148c5175" providerId="ADAL" clId="{6D9934B5-0EAF-41B8-B79C-DD8EAB3C16B5}" dt="2026-07-16T14:44:31.530" v="722" actId="478"/>
          <ac:spMkLst>
            <pc:docMk/>
            <pc:sldMk cId="2151516830" sldId="269"/>
            <ac:spMk id="17" creationId="{E34FE798-467D-C838-097D-0BF6D48A1B88}"/>
          </ac:spMkLst>
        </pc:spChg>
      </pc:sldChg>
      <pc:sldChg chg="add del setBg">
        <pc:chgData name="Eduardo S. Cudia" userId="b92cfa08-6a0f-4f25-b35d-cfae148c5175" providerId="ADAL" clId="{6D9934B5-0EAF-41B8-B79C-DD8EAB3C16B5}" dt="2026-07-16T15:17:10.208" v="1563"/>
        <pc:sldMkLst>
          <pc:docMk/>
          <pc:sldMk cId="0" sldId="270"/>
        </pc:sldMkLst>
      </pc:sldChg>
      <pc:sldChg chg="addSp delSp modSp add mod">
        <pc:chgData name="Eduardo S. Cudia" userId="b92cfa08-6a0f-4f25-b35d-cfae148c5175" providerId="ADAL" clId="{6D9934B5-0EAF-41B8-B79C-DD8EAB3C16B5}" dt="2026-07-16T17:15:37.043" v="2567" actId="255"/>
        <pc:sldMkLst>
          <pc:docMk/>
          <pc:sldMk cId="145500495" sldId="270"/>
        </pc:sldMkLst>
        <pc:spChg chg="mod">
          <ac:chgData name="Eduardo S. Cudia" userId="b92cfa08-6a0f-4f25-b35d-cfae148c5175" providerId="ADAL" clId="{6D9934B5-0EAF-41B8-B79C-DD8EAB3C16B5}" dt="2026-07-16T17:11:57.704" v="2526" actId="20577"/>
          <ac:spMkLst>
            <pc:docMk/>
            <pc:sldMk cId="145500495" sldId="270"/>
            <ac:spMk id="4" creationId="{D79D650E-9F8E-DA1C-6C90-110C281BD976}"/>
          </ac:spMkLst>
        </pc:spChg>
        <pc:spChg chg="add mod ord">
          <ac:chgData name="Eduardo S. Cudia" userId="b92cfa08-6a0f-4f25-b35d-cfae148c5175" providerId="ADAL" clId="{6D9934B5-0EAF-41B8-B79C-DD8EAB3C16B5}" dt="2026-07-16T17:09:51.266" v="2507" actId="1035"/>
          <ac:spMkLst>
            <pc:docMk/>
            <pc:sldMk cId="145500495" sldId="270"/>
            <ac:spMk id="5" creationId="{0127C086-B9F7-1857-721C-1B5AEC12A141}"/>
          </ac:spMkLst>
        </pc:spChg>
        <pc:spChg chg="mod">
          <ac:chgData name="Eduardo S. Cudia" userId="b92cfa08-6a0f-4f25-b35d-cfae148c5175" providerId="ADAL" clId="{6D9934B5-0EAF-41B8-B79C-DD8EAB3C16B5}" dt="2026-07-16T17:05:43.316" v="2373" actId="207"/>
          <ac:spMkLst>
            <pc:docMk/>
            <pc:sldMk cId="145500495" sldId="270"/>
            <ac:spMk id="7" creationId="{BF94F9C7-15D7-65A8-0429-75E5012EF881}"/>
          </ac:spMkLst>
        </pc:spChg>
        <pc:spChg chg="add mod">
          <ac:chgData name="Eduardo S. Cudia" userId="b92cfa08-6a0f-4f25-b35d-cfae148c5175" providerId="ADAL" clId="{6D9934B5-0EAF-41B8-B79C-DD8EAB3C16B5}" dt="2026-07-16T17:10:05.290" v="2508" actId="207"/>
          <ac:spMkLst>
            <pc:docMk/>
            <pc:sldMk cId="145500495" sldId="270"/>
            <ac:spMk id="8" creationId="{AEFCD863-570D-32CB-4589-9E8BFD53DA3C}"/>
          </ac:spMkLst>
        </pc:spChg>
        <pc:spChg chg="add mod">
          <ac:chgData name="Eduardo S. Cudia" userId="b92cfa08-6a0f-4f25-b35d-cfae148c5175" providerId="ADAL" clId="{6D9934B5-0EAF-41B8-B79C-DD8EAB3C16B5}" dt="2026-07-16T17:15:02.538" v="2553" actId="14100"/>
          <ac:spMkLst>
            <pc:docMk/>
            <pc:sldMk cId="145500495" sldId="270"/>
            <ac:spMk id="10" creationId="{26ABC902-2590-73B6-0694-C71FF0126D3C}"/>
          </ac:spMkLst>
        </pc:spChg>
        <pc:spChg chg="del">
          <ac:chgData name="Eduardo S. Cudia" userId="b92cfa08-6a0f-4f25-b35d-cfae148c5175" providerId="ADAL" clId="{6D9934B5-0EAF-41B8-B79C-DD8EAB3C16B5}" dt="2026-07-16T15:46:38.189" v="2096" actId="478"/>
          <ac:spMkLst>
            <pc:docMk/>
            <pc:sldMk cId="145500495" sldId="270"/>
            <ac:spMk id="10" creationId="{2CC7AB56-4AD8-C114-F12E-0A4ACE7CBE44}"/>
          </ac:spMkLst>
        </pc:spChg>
        <pc:spChg chg="add mod">
          <ac:chgData name="Eduardo S. Cudia" userId="b92cfa08-6a0f-4f25-b35d-cfae148c5175" providerId="ADAL" clId="{6D9934B5-0EAF-41B8-B79C-DD8EAB3C16B5}" dt="2026-07-16T17:14:45.101" v="2536" actId="1036"/>
          <ac:spMkLst>
            <pc:docMk/>
            <pc:sldMk cId="145500495" sldId="270"/>
            <ac:spMk id="11" creationId="{E0919566-5DB0-DD0A-09A4-D9976B001C5F}"/>
          </ac:spMkLst>
        </pc:spChg>
        <pc:spChg chg="del">
          <ac:chgData name="Eduardo S. Cudia" userId="b92cfa08-6a0f-4f25-b35d-cfae148c5175" providerId="ADAL" clId="{6D9934B5-0EAF-41B8-B79C-DD8EAB3C16B5}" dt="2026-07-16T15:46:38.189" v="2096" actId="478"/>
          <ac:spMkLst>
            <pc:docMk/>
            <pc:sldMk cId="145500495" sldId="270"/>
            <ac:spMk id="13" creationId="{5B5D34AD-994C-BB56-9814-E4099107A2FB}"/>
          </ac:spMkLst>
        </pc:spChg>
        <pc:spChg chg="add mod">
          <ac:chgData name="Eduardo S. Cudia" userId="b92cfa08-6a0f-4f25-b35d-cfae148c5175" providerId="ADAL" clId="{6D9934B5-0EAF-41B8-B79C-DD8EAB3C16B5}" dt="2026-07-16T17:15:37.043" v="2567" actId="255"/>
          <ac:spMkLst>
            <pc:docMk/>
            <pc:sldMk cId="145500495" sldId="270"/>
            <ac:spMk id="13" creationId="{629A10A6-1E7B-6B93-D1A0-13F7F3842B58}"/>
          </ac:spMkLst>
        </pc:spChg>
        <pc:spChg chg="del mod">
          <ac:chgData name="Eduardo S. Cudia" userId="b92cfa08-6a0f-4f25-b35d-cfae148c5175" providerId="ADAL" clId="{6D9934B5-0EAF-41B8-B79C-DD8EAB3C16B5}" dt="2026-07-16T17:09:13.658" v="2490" actId="478"/>
          <ac:spMkLst>
            <pc:docMk/>
            <pc:sldMk cId="145500495" sldId="270"/>
            <ac:spMk id="14" creationId="{9209FF8B-9C96-E3A6-1EAC-AADA6E0C8402}"/>
          </ac:spMkLst>
        </pc:spChg>
        <pc:spChg chg="add del mod">
          <ac:chgData name="Eduardo S. Cudia" userId="b92cfa08-6a0f-4f25-b35d-cfae148c5175" providerId="ADAL" clId="{6D9934B5-0EAF-41B8-B79C-DD8EAB3C16B5}" dt="2026-07-16T17:09:44.120" v="2501" actId="21"/>
          <ac:spMkLst>
            <pc:docMk/>
            <pc:sldMk cId="145500495" sldId="270"/>
            <ac:spMk id="17" creationId="{D5304CE5-1855-44E3-A88F-206325FCD18F}"/>
          </ac:spMkLst>
        </pc:spChg>
        <pc:spChg chg="del">
          <ac:chgData name="Eduardo S. Cudia" userId="b92cfa08-6a0f-4f25-b35d-cfae148c5175" providerId="ADAL" clId="{6D9934B5-0EAF-41B8-B79C-DD8EAB3C16B5}" dt="2026-07-16T15:46:38.189" v="2096" actId="478"/>
          <ac:spMkLst>
            <pc:docMk/>
            <pc:sldMk cId="145500495" sldId="270"/>
            <ac:spMk id="18" creationId="{F34FB46B-38BB-0366-8FCF-58CF1D76D88E}"/>
          </ac:spMkLst>
        </pc:spChg>
        <pc:spChg chg="del">
          <ac:chgData name="Eduardo S. Cudia" userId="b92cfa08-6a0f-4f25-b35d-cfae148c5175" providerId="ADAL" clId="{6D9934B5-0EAF-41B8-B79C-DD8EAB3C16B5}" dt="2026-07-16T15:46:38.189" v="2096" actId="478"/>
          <ac:spMkLst>
            <pc:docMk/>
            <pc:sldMk cId="145500495" sldId="270"/>
            <ac:spMk id="20" creationId="{718ABBAB-017B-B3B2-0D16-5D12F814419B}"/>
          </ac:spMkLst>
        </pc:spChg>
        <pc:spChg chg="mod">
          <ac:chgData name="Eduardo S. Cudia" userId="b92cfa08-6a0f-4f25-b35d-cfae148c5175" providerId="ADAL" clId="{6D9934B5-0EAF-41B8-B79C-DD8EAB3C16B5}" dt="2026-07-16T17:14:45.101" v="2536" actId="1036"/>
          <ac:spMkLst>
            <pc:docMk/>
            <pc:sldMk cId="145500495" sldId="270"/>
            <ac:spMk id="21" creationId="{5C9DB8E4-19E8-1804-0BC2-BAC30BBC6748}"/>
          </ac:spMkLst>
        </pc:spChg>
        <pc:spChg chg="mod">
          <ac:chgData name="Eduardo S. Cudia" userId="b92cfa08-6a0f-4f25-b35d-cfae148c5175" providerId="ADAL" clId="{6D9934B5-0EAF-41B8-B79C-DD8EAB3C16B5}" dt="2026-07-16T17:07:22.424" v="2462" actId="1038"/>
          <ac:spMkLst>
            <pc:docMk/>
            <pc:sldMk cId="145500495" sldId="270"/>
            <ac:spMk id="25" creationId="{F806D2F0-EC6C-74F2-1427-E28AC7A97F4B}"/>
          </ac:spMkLst>
        </pc:spChg>
        <pc:spChg chg="mod">
          <ac:chgData name="Eduardo S. Cudia" userId="b92cfa08-6a0f-4f25-b35d-cfae148c5175" providerId="ADAL" clId="{6D9934B5-0EAF-41B8-B79C-DD8EAB3C16B5}" dt="2026-07-16T17:14:45.101" v="2536" actId="1036"/>
          <ac:spMkLst>
            <pc:docMk/>
            <pc:sldMk cId="145500495" sldId="270"/>
            <ac:spMk id="29" creationId="{5A3F8577-689C-C7EB-D63A-339606236A44}"/>
          </ac:spMkLst>
        </pc:spChg>
        <pc:spChg chg="mod">
          <ac:chgData name="Eduardo S. Cudia" userId="b92cfa08-6a0f-4f25-b35d-cfae148c5175" providerId="ADAL" clId="{6D9934B5-0EAF-41B8-B79C-DD8EAB3C16B5}" dt="2026-07-16T17:06:09.657" v="2394" actId="1076"/>
          <ac:spMkLst>
            <pc:docMk/>
            <pc:sldMk cId="145500495" sldId="270"/>
            <ac:spMk id="33" creationId="{F9C909DF-11BD-4FF5-97B1-010954B57BE7}"/>
          </ac:spMkLst>
        </pc:spChg>
        <pc:spChg chg="del">
          <ac:chgData name="Eduardo S. Cudia" userId="b92cfa08-6a0f-4f25-b35d-cfae148c5175" providerId="ADAL" clId="{6D9934B5-0EAF-41B8-B79C-DD8EAB3C16B5}" dt="2026-07-16T15:46:38.189" v="2096" actId="478"/>
          <ac:spMkLst>
            <pc:docMk/>
            <pc:sldMk cId="145500495" sldId="270"/>
            <ac:spMk id="36" creationId="{D30A975B-E6D8-EB08-448C-CE5BDB7A69D1}"/>
          </ac:spMkLst>
        </pc:spChg>
        <pc:spChg chg="add mod">
          <ac:chgData name="Eduardo S. Cudia" userId="b92cfa08-6a0f-4f25-b35d-cfae148c5175" providerId="ADAL" clId="{6D9934B5-0EAF-41B8-B79C-DD8EAB3C16B5}" dt="2026-07-16T17:14:45.101" v="2536" actId="1036"/>
          <ac:spMkLst>
            <pc:docMk/>
            <pc:sldMk cId="145500495" sldId="270"/>
            <ac:spMk id="37" creationId="{18DD5AA4-96EB-C367-394B-22FA8E717941}"/>
          </ac:spMkLst>
        </pc:spChg>
        <pc:spChg chg="del">
          <ac:chgData name="Eduardo S. Cudia" userId="b92cfa08-6a0f-4f25-b35d-cfae148c5175" providerId="ADAL" clId="{6D9934B5-0EAF-41B8-B79C-DD8EAB3C16B5}" dt="2026-07-16T15:46:38.189" v="2096" actId="478"/>
          <ac:spMkLst>
            <pc:docMk/>
            <pc:sldMk cId="145500495" sldId="270"/>
            <ac:spMk id="38" creationId="{A9E6ABEF-EA3F-3827-A575-B7C5AB1C8892}"/>
          </ac:spMkLst>
        </pc:spChg>
        <pc:spChg chg="mod">
          <ac:chgData name="Eduardo S. Cudia" userId="b92cfa08-6a0f-4f25-b35d-cfae148c5175" providerId="ADAL" clId="{6D9934B5-0EAF-41B8-B79C-DD8EAB3C16B5}" dt="2026-07-16T17:14:45.101" v="2536" actId="1036"/>
          <ac:spMkLst>
            <pc:docMk/>
            <pc:sldMk cId="145500495" sldId="270"/>
            <ac:spMk id="41" creationId="{C143B0D1-9310-BA8B-D619-766B1C6E6464}"/>
          </ac:spMkLst>
        </pc:spChg>
        <pc:spChg chg="del">
          <ac:chgData name="Eduardo S. Cudia" userId="b92cfa08-6a0f-4f25-b35d-cfae148c5175" providerId="ADAL" clId="{6D9934B5-0EAF-41B8-B79C-DD8EAB3C16B5}" dt="2026-07-16T15:46:38.189" v="2096" actId="478"/>
          <ac:spMkLst>
            <pc:docMk/>
            <pc:sldMk cId="145500495" sldId="270"/>
            <ac:spMk id="44" creationId="{B2D19B02-6B5A-7712-7BF8-1EBC645E773A}"/>
          </ac:spMkLst>
        </pc:spChg>
        <pc:spChg chg="add mod">
          <ac:chgData name="Eduardo S. Cudia" userId="b92cfa08-6a0f-4f25-b35d-cfae148c5175" providerId="ADAL" clId="{6D9934B5-0EAF-41B8-B79C-DD8EAB3C16B5}" dt="2026-07-16T17:14:45.101" v="2536" actId="1036"/>
          <ac:spMkLst>
            <pc:docMk/>
            <pc:sldMk cId="145500495" sldId="270"/>
            <ac:spMk id="45" creationId="{FB4EB9C8-8A2E-D937-9D16-C044DA082689}"/>
          </ac:spMkLst>
        </pc:spChg>
        <pc:spChg chg="del">
          <ac:chgData name="Eduardo S. Cudia" userId="b92cfa08-6a0f-4f25-b35d-cfae148c5175" providerId="ADAL" clId="{6D9934B5-0EAF-41B8-B79C-DD8EAB3C16B5}" dt="2026-07-16T15:46:38.189" v="2096" actId="478"/>
          <ac:spMkLst>
            <pc:docMk/>
            <pc:sldMk cId="145500495" sldId="270"/>
            <ac:spMk id="46" creationId="{09782FBA-C214-F753-1FB6-C2B4E6EFFF20}"/>
          </ac:spMkLst>
        </pc:spChg>
        <pc:spChg chg="del">
          <ac:chgData name="Eduardo S. Cudia" userId="b92cfa08-6a0f-4f25-b35d-cfae148c5175" providerId="ADAL" clId="{6D9934B5-0EAF-41B8-B79C-DD8EAB3C16B5}" dt="2026-07-16T15:46:38.189" v="2096" actId="478"/>
          <ac:spMkLst>
            <pc:docMk/>
            <pc:sldMk cId="145500495" sldId="270"/>
            <ac:spMk id="48" creationId="{F2729E67-FCCD-9969-5838-5375844374F7}"/>
          </ac:spMkLst>
        </pc:spChg>
        <pc:spChg chg="add mod">
          <ac:chgData name="Eduardo S. Cudia" userId="b92cfa08-6a0f-4f25-b35d-cfae148c5175" providerId="ADAL" clId="{6D9934B5-0EAF-41B8-B79C-DD8EAB3C16B5}" dt="2026-07-16T17:14:45.101" v="2536" actId="1036"/>
          <ac:spMkLst>
            <pc:docMk/>
            <pc:sldMk cId="145500495" sldId="270"/>
            <ac:spMk id="49" creationId="{B9A03127-5236-282F-649D-B22C35C2241D}"/>
          </ac:spMkLst>
        </pc:spChg>
        <pc:spChg chg="del">
          <ac:chgData name="Eduardo S. Cudia" userId="b92cfa08-6a0f-4f25-b35d-cfae148c5175" providerId="ADAL" clId="{6D9934B5-0EAF-41B8-B79C-DD8EAB3C16B5}" dt="2026-07-16T15:46:38.189" v="2096" actId="478"/>
          <ac:spMkLst>
            <pc:docMk/>
            <pc:sldMk cId="145500495" sldId="270"/>
            <ac:spMk id="52" creationId="{AF99F3D2-B5B5-D3B2-17CB-FEB9EF165882}"/>
          </ac:spMkLst>
        </pc:spChg>
        <pc:spChg chg="mod">
          <ac:chgData name="Eduardo S. Cudia" userId="b92cfa08-6a0f-4f25-b35d-cfae148c5175" providerId="ADAL" clId="{6D9934B5-0EAF-41B8-B79C-DD8EAB3C16B5}" dt="2026-07-16T17:06:05.528" v="2393" actId="1038"/>
          <ac:spMkLst>
            <pc:docMk/>
            <pc:sldMk cId="145500495" sldId="270"/>
            <ac:spMk id="53" creationId="{1FF2A671-456E-07C0-5C84-173D8094655E}"/>
          </ac:spMkLst>
        </pc:spChg>
        <pc:spChg chg="mod">
          <ac:chgData name="Eduardo S. Cudia" userId="b92cfa08-6a0f-4f25-b35d-cfae148c5175" providerId="ADAL" clId="{6D9934B5-0EAF-41B8-B79C-DD8EAB3C16B5}" dt="2026-07-16T17:14:45.101" v="2536" actId="1036"/>
          <ac:spMkLst>
            <pc:docMk/>
            <pc:sldMk cId="145500495" sldId="270"/>
            <ac:spMk id="57" creationId="{D40A927C-4A8B-3B35-284A-7B39CCF5EA49}"/>
          </ac:spMkLst>
        </pc:spChg>
        <pc:spChg chg="add mod">
          <ac:chgData name="Eduardo S. Cudia" userId="b92cfa08-6a0f-4f25-b35d-cfae148c5175" providerId="ADAL" clId="{6D9934B5-0EAF-41B8-B79C-DD8EAB3C16B5}" dt="2026-07-16T17:07:07.050" v="2446" actId="207"/>
          <ac:spMkLst>
            <pc:docMk/>
            <pc:sldMk cId="145500495" sldId="270"/>
            <ac:spMk id="59" creationId="{D3E3651C-9B7B-7BF2-70E4-F884D238A9B7}"/>
          </ac:spMkLst>
        </pc:spChg>
        <pc:spChg chg="add mod">
          <ac:chgData name="Eduardo S. Cudia" userId="b92cfa08-6a0f-4f25-b35d-cfae148c5175" providerId="ADAL" clId="{6D9934B5-0EAF-41B8-B79C-DD8EAB3C16B5}" dt="2026-07-16T17:07:22.424" v="2462" actId="1038"/>
          <ac:spMkLst>
            <pc:docMk/>
            <pc:sldMk cId="145500495" sldId="270"/>
            <ac:spMk id="61" creationId="{FA331784-691C-7FB2-5D13-D7EF703B243E}"/>
          </ac:spMkLst>
        </pc:spChg>
        <pc:spChg chg="mod">
          <ac:chgData name="Eduardo S. Cudia" userId="b92cfa08-6a0f-4f25-b35d-cfae148c5175" providerId="ADAL" clId="{6D9934B5-0EAF-41B8-B79C-DD8EAB3C16B5}" dt="2026-07-16T17:14:45.101" v="2536" actId="1036"/>
          <ac:spMkLst>
            <pc:docMk/>
            <pc:sldMk cId="145500495" sldId="270"/>
            <ac:spMk id="63" creationId="{F456D8AB-6666-034A-FB90-6B45C2F2A0AC}"/>
          </ac:spMkLst>
        </pc:spChg>
        <pc:spChg chg="add mod">
          <ac:chgData name="Eduardo S. Cudia" userId="b92cfa08-6a0f-4f25-b35d-cfae148c5175" providerId="ADAL" clId="{6D9934B5-0EAF-41B8-B79C-DD8EAB3C16B5}" dt="2026-07-16T17:14:45.101" v="2536" actId="1036"/>
          <ac:spMkLst>
            <pc:docMk/>
            <pc:sldMk cId="145500495" sldId="270"/>
            <ac:spMk id="65" creationId="{60A70986-7EFF-E7C9-6FB1-FE1CC6E02D3D}"/>
          </ac:spMkLst>
        </pc:spChg>
        <pc:spChg chg="add mod">
          <ac:chgData name="Eduardo S. Cudia" userId="b92cfa08-6a0f-4f25-b35d-cfae148c5175" providerId="ADAL" clId="{6D9934B5-0EAF-41B8-B79C-DD8EAB3C16B5}" dt="2026-07-16T17:10:05.290" v="2508" actId="207"/>
          <ac:spMkLst>
            <pc:docMk/>
            <pc:sldMk cId="145500495" sldId="270"/>
            <ac:spMk id="67" creationId="{5001D188-46EB-034F-B196-CEC57E79A507}"/>
          </ac:spMkLst>
        </pc:spChg>
        <pc:spChg chg="mod">
          <ac:chgData name="Eduardo S. Cudia" userId="b92cfa08-6a0f-4f25-b35d-cfae148c5175" providerId="ADAL" clId="{6D9934B5-0EAF-41B8-B79C-DD8EAB3C16B5}" dt="2026-07-16T17:07:07.050" v="2446" actId="207"/>
          <ac:spMkLst>
            <pc:docMk/>
            <pc:sldMk cId="145500495" sldId="270"/>
            <ac:spMk id="69" creationId="{DCF9099B-2FED-44E3-7466-7E0688A3F1D2}"/>
          </ac:spMkLst>
        </pc:spChg>
        <pc:spChg chg="add mod">
          <ac:chgData name="Eduardo S. Cudia" userId="b92cfa08-6a0f-4f25-b35d-cfae148c5175" providerId="ADAL" clId="{6D9934B5-0EAF-41B8-B79C-DD8EAB3C16B5}" dt="2026-07-16T17:07:22.424" v="2462" actId="1038"/>
          <ac:spMkLst>
            <pc:docMk/>
            <pc:sldMk cId="145500495" sldId="270"/>
            <ac:spMk id="71" creationId="{AAD9B2BF-A003-EDE6-B2C2-86946F7B5D3D}"/>
          </ac:spMkLst>
        </pc:spChg>
      </pc:sldChg>
      <pc:sldChg chg="modSp add del mod setBg">
        <pc:chgData name="Eduardo S. Cudia" userId="b92cfa08-6a0f-4f25-b35d-cfae148c5175" providerId="ADAL" clId="{6D9934B5-0EAF-41B8-B79C-DD8EAB3C16B5}" dt="2026-07-16T15:17:10.208" v="1563"/>
        <pc:sldMkLst>
          <pc:docMk/>
          <pc:sldMk cId="0" sldId="271"/>
        </pc:sldMkLst>
        <pc:spChg chg="mod">
          <ac:chgData name="Eduardo S. Cudia" userId="b92cfa08-6a0f-4f25-b35d-cfae148c5175" providerId="ADAL" clId="{6D9934B5-0EAF-41B8-B79C-DD8EAB3C16B5}" dt="2026-07-16T15:17:10.208" v="1563"/>
          <ac:spMkLst>
            <pc:docMk/>
            <pc:sldMk cId="0" sldId="271"/>
            <ac:spMk id="20" creationId="{00000000-0000-0000-0000-000000000000}"/>
          </ac:spMkLst>
        </pc:spChg>
      </pc:sldChg>
      <pc:sldChg chg="modSp add del mod setBg">
        <pc:chgData name="Eduardo S. Cudia" userId="b92cfa08-6a0f-4f25-b35d-cfae148c5175" providerId="ADAL" clId="{6D9934B5-0EAF-41B8-B79C-DD8EAB3C16B5}" dt="2026-07-16T15:17:10.208" v="1563"/>
        <pc:sldMkLst>
          <pc:docMk/>
          <pc:sldMk cId="0" sldId="272"/>
        </pc:sldMkLst>
        <pc:spChg chg="mod">
          <ac:chgData name="Eduardo S. Cudia" userId="b92cfa08-6a0f-4f25-b35d-cfae148c5175" providerId="ADAL" clId="{6D9934B5-0EAF-41B8-B79C-DD8EAB3C16B5}" dt="2026-07-16T15:17:10.208" v="1563"/>
          <ac:spMkLst>
            <pc:docMk/>
            <pc:sldMk cId="0" sldId="272"/>
            <ac:spMk id="16" creationId="{00000000-0000-0000-0000-000000000000}"/>
          </ac:spMkLst>
        </pc:spChg>
        <pc:spChg chg="mod">
          <ac:chgData name="Eduardo S. Cudia" userId="b92cfa08-6a0f-4f25-b35d-cfae148c5175" providerId="ADAL" clId="{6D9934B5-0EAF-41B8-B79C-DD8EAB3C16B5}" dt="2026-07-16T15:17:10.208" v="1563"/>
          <ac:spMkLst>
            <pc:docMk/>
            <pc:sldMk cId="0" sldId="272"/>
            <ac:spMk id="18" creationId="{00000000-0000-0000-0000-000000000000}"/>
          </ac:spMkLst>
        </pc:spChg>
      </pc:sldChg>
      <pc:sldChg chg="modSp add del mod setBg">
        <pc:chgData name="Eduardo S. Cudia" userId="b92cfa08-6a0f-4f25-b35d-cfae148c5175" providerId="ADAL" clId="{6D9934B5-0EAF-41B8-B79C-DD8EAB3C16B5}" dt="2026-07-16T15:17:10.208" v="1563"/>
        <pc:sldMkLst>
          <pc:docMk/>
          <pc:sldMk cId="0" sldId="273"/>
        </pc:sldMkLst>
        <pc:spChg chg="mod">
          <ac:chgData name="Eduardo S. Cudia" userId="b92cfa08-6a0f-4f25-b35d-cfae148c5175" providerId="ADAL" clId="{6D9934B5-0EAF-41B8-B79C-DD8EAB3C16B5}" dt="2026-07-16T15:17:10.208" v="1563"/>
          <ac:spMkLst>
            <pc:docMk/>
            <pc:sldMk cId="0" sldId="273"/>
            <ac:spMk id="21" creationId="{00000000-0000-0000-0000-000000000000}"/>
          </ac:spMkLst>
        </pc:spChg>
        <pc:spChg chg="mod">
          <ac:chgData name="Eduardo S. Cudia" userId="b92cfa08-6a0f-4f25-b35d-cfae148c5175" providerId="ADAL" clId="{6D9934B5-0EAF-41B8-B79C-DD8EAB3C16B5}" dt="2026-07-16T15:17:10.208" v="1563"/>
          <ac:spMkLst>
            <pc:docMk/>
            <pc:sldMk cId="0" sldId="273"/>
            <ac:spMk id="24" creationId="{00000000-0000-0000-0000-000000000000}"/>
          </ac:spMkLst>
        </pc:spChg>
      </pc:sldChg>
      <pc:sldChg chg="modSp add del mod setBg">
        <pc:chgData name="Eduardo S. Cudia" userId="b92cfa08-6a0f-4f25-b35d-cfae148c5175" providerId="ADAL" clId="{6D9934B5-0EAF-41B8-B79C-DD8EAB3C16B5}" dt="2026-07-16T15:17:10.208" v="1563"/>
        <pc:sldMkLst>
          <pc:docMk/>
          <pc:sldMk cId="0" sldId="274"/>
        </pc:sldMkLst>
        <pc:spChg chg="mod">
          <ac:chgData name="Eduardo S. Cudia" userId="b92cfa08-6a0f-4f25-b35d-cfae148c5175" providerId="ADAL" clId="{6D9934B5-0EAF-41B8-B79C-DD8EAB3C16B5}" dt="2026-07-16T15:17:10.208" v="1563"/>
          <ac:spMkLst>
            <pc:docMk/>
            <pc:sldMk cId="0" sldId="274"/>
            <ac:spMk id="15" creationId="{00000000-0000-0000-0000-000000000000}"/>
          </ac:spMkLst>
        </pc:spChg>
      </pc:sldChg>
      <pc:sldChg chg="add del setBg">
        <pc:chgData name="Eduardo S. Cudia" userId="b92cfa08-6a0f-4f25-b35d-cfae148c5175" providerId="ADAL" clId="{6D9934B5-0EAF-41B8-B79C-DD8EAB3C16B5}" dt="2026-07-16T15:17:10.208" v="1563"/>
        <pc:sldMkLst>
          <pc:docMk/>
          <pc:sldMk cId="0" sldId="275"/>
        </pc:sldMkLst>
      </pc:sldChg>
      <pc:sldChg chg="modSp add del mod setBg">
        <pc:chgData name="Eduardo S. Cudia" userId="b92cfa08-6a0f-4f25-b35d-cfae148c5175" providerId="ADAL" clId="{6D9934B5-0EAF-41B8-B79C-DD8EAB3C16B5}" dt="2026-07-16T15:17:10.208" v="1563"/>
        <pc:sldMkLst>
          <pc:docMk/>
          <pc:sldMk cId="0" sldId="276"/>
        </pc:sldMkLst>
        <pc:spChg chg="mod">
          <ac:chgData name="Eduardo S. Cudia" userId="b92cfa08-6a0f-4f25-b35d-cfae148c5175" providerId="ADAL" clId="{6D9934B5-0EAF-41B8-B79C-DD8EAB3C16B5}" dt="2026-07-16T15:17:10.208" v="1563"/>
          <ac:spMkLst>
            <pc:docMk/>
            <pc:sldMk cId="0" sldId="276"/>
            <ac:spMk id="10" creationId="{00000000-0000-0000-0000-000000000000}"/>
          </ac:spMkLst>
        </pc:spChg>
        <pc:spChg chg="mod">
          <ac:chgData name="Eduardo S. Cudia" userId="b92cfa08-6a0f-4f25-b35d-cfae148c5175" providerId="ADAL" clId="{6D9934B5-0EAF-41B8-B79C-DD8EAB3C16B5}" dt="2026-07-16T15:17:10.208" v="1563"/>
          <ac:spMkLst>
            <pc:docMk/>
            <pc:sldMk cId="0" sldId="276"/>
            <ac:spMk id="15" creationId="{00000000-0000-0000-0000-000000000000}"/>
          </ac:spMkLst>
        </pc:spChg>
        <pc:spChg chg="mod">
          <ac:chgData name="Eduardo S. Cudia" userId="b92cfa08-6a0f-4f25-b35d-cfae148c5175" providerId="ADAL" clId="{6D9934B5-0EAF-41B8-B79C-DD8EAB3C16B5}" dt="2026-07-16T15:17:10.208" v="1563"/>
          <ac:spMkLst>
            <pc:docMk/>
            <pc:sldMk cId="0" sldId="276"/>
            <ac:spMk id="20" creationId="{00000000-0000-0000-0000-000000000000}"/>
          </ac:spMkLst>
        </pc:spChg>
        <pc:spChg chg="mod">
          <ac:chgData name="Eduardo S. Cudia" userId="b92cfa08-6a0f-4f25-b35d-cfae148c5175" providerId="ADAL" clId="{6D9934B5-0EAF-41B8-B79C-DD8EAB3C16B5}" dt="2026-07-16T15:17:10.208" v="1563"/>
          <ac:spMkLst>
            <pc:docMk/>
            <pc:sldMk cId="0" sldId="276"/>
            <ac:spMk id="25" creationId="{00000000-0000-0000-0000-000000000000}"/>
          </ac:spMkLst>
        </pc:spChg>
      </pc:sldChg>
      <pc:sldChg chg="add del setBg">
        <pc:chgData name="Eduardo S. Cudia" userId="b92cfa08-6a0f-4f25-b35d-cfae148c5175" providerId="ADAL" clId="{6D9934B5-0EAF-41B8-B79C-DD8EAB3C16B5}" dt="2026-07-16T15:17:10.208" v="1563"/>
        <pc:sldMkLst>
          <pc:docMk/>
          <pc:sldMk cId="0" sldId="277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PH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144F5F2-43AC-46F7-A519-050A9029838B}" type="datetimeFigureOut">
              <a:rPr lang="en-PH" smtClean="0"/>
              <a:t>16/07/2026</a:t>
            </a:fld>
            <a:endParaRPr lang="en-PH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PH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PH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2ED1A3A-4D46-45C4-9280-3F9A97A8B2F9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30967892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H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2ED1A3A-4D46-45C4-9280-3F9A97A8B2F9}" type="slidenum">
              <a:rPr lang="en-PH" smtClean="0"/>
              <a:t>1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2252451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H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2ED1A3A-4D46-45C4-9280-3F9A97A8B2F9}" type="slidenum">
              <a:rPr lang="en-PH" smtClean="0"/>
              <a:t>4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391273425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209800" y="4464028"/>
            <a:ext cx="9144000" cy="1641490"/>
          </a:xfrm>
        </p:spPr>
        <p:txBody>
          <a:bodyPr wrap="none" anchor="t">
            <a:normAutofit/>
          </a:bodyPr>
          <a:lstStyle>
            <a:lvl1pPr algn="r">
              <a:defRPr sz="9600" b="0" spc="-300">
                <a:gradFill flip="none" rotWithShape="1">
                  <a:gsLst>
                    <a:gs pos="32000">
                      <a:schemeClr val="tx1">
                        <a:lumMod val="89000"/>
                      </a:schemeClr>
                    </a:gs>
                    <a:gs pos="0">
                      <a:schemeClr val="bg1">
                        <a:lumMod val="41000"/>
                        <a:lumOff val="59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8100000" scaled="1"/>
                  <a:tileRect/>
                </a:gradFill>
                <a:effectLst>
                  <a:outerShdw blurRad="469900" dist="342900" dir="5400000" sy="-20000" rotWithShape="0">
                    <a:prstClr val="black">
                      <a:alpha val="66000"/>
                    </a:prstClr>
                  </a:outerShdw>
                </a:effectLst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209799" y="3694375"/>
            <a:ext cx="9144000" cy="754025"/>
          </a:xfrm>
        </p:spPr>
        <p:txBody>
          <a:bodyPr anchor="b">
            <a:normAutofit/>
          </a:bodyPr>
          <a:lstStyle>
            <a:lvl1pPr marL="0" indent="0" algn="r">
              <a:buNone/>
              <a:defRPr sz="3200" b="0">
                <a:gradFill flip="none" rotWithShape="1"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  <a:tileRect/>
                </a:gradFill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7AF9A1-20C4-4D7A-B4F2-9D066D70E9E9}" type="datetimeFigureOut">
              <a:rPr lang="en-PH" smtClean="0"/>
              <a:t>16/07/2026</a:t>
            </a:fld>
            <a:endParaRPr lang="en-PH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21540F-1E6D-47AF-BCB9-1B0887CE36F5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16912763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7AF9A1-20C4-4D7A-B4F2-9D066D70E9E9}" type="datetimeFigureOut">
              <a:rPr lang="en-PH" smtClean="0"/>
              <a:t>16/07/2026</a:t>
            </a:fld>
            <a:endParaRPr lang="en-P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21540F-1E6D-47AF-BCB9-1B0887CE36F5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4311045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>
            <a:spLocks noGrp="1"/>
          </p:cNvSpPr>
          <p:nvPr>
            <p:ph type="ctrTitle"/>
          </p:nvPr>
        </p:nvSpPr>
        <p:spPr>
          <a:xfrm>
            <a:off x="854532" y="4464028"/>
            <a:ext cx="9144000" cy="1641490"/>
          </a:xfrm>
        </p:spPr>
        <p:txBody>
          <a:bodyPr wrap="none" anchor="t">
            <a:normAutofit/>
          </a:bodyPr>
          <a:lstStyle>
            <a:lvl1pPr algn="l">
              <a:defRPr sz="9600" b="0" spc="-300">
                <a:gradFill flip="none" rotWithShape="1">
                  <a:gsLst>
                    <a:gs pos="32000">
                      <a:schemeClr val="tx1">
                        <a:lumMod val="89000"/>
                      </a:schemeClr>
                    </a:gs>
                    <a:gs pos="0">
                      <a:schemeClr val="bg1">
                        <a:lumMod val="47000"/>
                        <a:lumOff val="53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8100000" scaled="1"/>
                  <a:tileRect/>
                </a:gradFill>
                <a:effectLst>
                  <a:outerShdw blurRad="469900" dist="342900" dir="5400000" sy="-20000" rotWithShape="0">
                    <a:prstClr val="black">
                      <a:alpha val="66000"/>
                    </a:prstClr>
                  </a:outerShdw>
                </a:effectLst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Subtitle 2"/>
          <p:cNvSpPr>
            <a:spLocks noGrp="1"/>
          </p:cNvSpPr>
          <p:nvPr>
            <p:ph type="subTitle" idx="1"/>
          </p:nvPr>
        </p:nvSpPr>
        <p:spPr>
          <a:xfrm>
            <a:off x="854532" y="3693674"/>
            <a:ext cx="9144000" cy="754025"/>
          </a:xfrm>
        </p:spPr>
        <p:txBody>
          <a:bodyPr anchor="b">
            <a:normAutofit/>
          </a:bodyPr>
          <a:lstStyle>
            <a:lvl1pPr marL="0" indent="0" algn="l">
              <a:buNone/>
              <a:defRPr sz="3200" b="0">
                <a:gradFill flip="none" rotWithShape="1"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  <a:tileRect/>
                </a:gradFill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7AF9A1-20C4-4D7A-B4F2-9D066D70E9E9}" type="datetimeFigureOut">
              <a:rPr lang="en-PH" smtClean="0"/>
              <a:t>16/07/2026</a:t>
            </a:fld>
            <a:endParaRPr lang="en-P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21540F-1E6D-47AF-BCB9-1B0887CE36F5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41598795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20000" y="1825625"/>
            <a:ext cx="5025216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19840" y="1825625"/>
            <a:ext cx="503396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7AF9A1-20C4-4D7A-B4F2-9D066D70E9E9}" type="datetimeFigureOut">
              <a:rPr lang="en-PH" smtClean="0"/>
              <a:t>16/07/2026</a:t>
            </a:fld>
            <a:endParaRPr lang="en-PH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21540F-1E6D-47AF-BCB9-1B0887CE36F5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25095301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20000" y="1681163"/>
            <a:ext cx="5025216" cy="823912"/>
          </a:xfrm>
        </p:spPr>
        <p:txBody>
          <a:bodyPr anchor="b"/>
          <a:lstStyle>
            <a:lvl1pPr marL="0" indent="0">
              <a:buNone/>
              <a:defRPr sz="2400" b="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20000" y="2505075"/>
            <a:ext cx="5025216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19840" y="1681163"/>
            <a:ext cx="5035548" cy="823912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19840" y="2505075"/>
            <a:ext cx="503554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7AF9A1-20C4-4D7A-B4F2-9D066D70E9E9}" type="datetimeFigureOut">
              <a:rPr lang="en-PH" smtClean="0"/>
              <a:t>16/07/2026</a:t>
            </a:fld>
            <a:endParaRPr lang="en-PH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21540F-1E6D-47AF-BCB9-1B0887CE36F5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296454827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7AF9A1-20C4-4D7A-B4F2-9D066D70E9E9}" type="datetimeFigureOut">
              <a:rPr lang="en-PH" smtClean="0"/>
              <a:t>16/07/2026</a:t>
            </a:fld>
            <a:endParaRPr lang="en-PH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21540F-1E6D-47AF-BCB9-1B0887CE36F5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13572787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7AF9A1-20C4-4D7A-B4F2-9D066D70E9E9}" type="datetimeFigureOut">
              <a:rPr lang="en-PH" smtClean="0"/>
              <a:t>16/07/2026</a:t>
            </a:fld>
            <a:endParaRPr lang="en-PH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21540F-1E6D-47AF-BCB9-1B0887CE36F5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7903609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20000" y="2057400"/>
            <a:ext cx="3652025" cy="3811588"/>
          </a:xfrm>
        </p:spPr>
        <p:txBody>
          <a:bodyPr/>
          <a:lstStyle>
            <a:lvl1pPr marL="0" indent="0">
              <a:buNone/>
              <a:defRPr sz="160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1"/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7AF9A1-20C4-4D7A-B4F2-9D066D70E9E9}" type="datetimeFigureOut">
              <a:rPr lang="en-PH" smtClean="0"/>
              <a:t>16/07/2026</a:t>
            </a:fld>
            <a:endParaRPr lang="en-PH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21540F-1E6D-47AF-BCB9-1B0887CE36F5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33282968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20000" y="2057400"/>
            <a:ext cx="3652025" cy="3811588"/>
          </a:xfrm>
        </p:spPr>
        <p:txBody>
          <a:bodyPr/>
          <a:lstStyle>
            <a:lvl1pPr marL="0" indent="0">
              <a:buNone/>
              <a:defRPr sz="160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1"/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7AF9A1-20C4-4D7A-B4F2-9D066D70E9E9}" type="datetimeFigureOut">
              <a:rPr lang="en-PH" smtClean="0"/>
              <a:t>16/07/2026</a:t>
            </a:fld>
            <a:endParaRPr lang="en-PH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21540F-1E6D-47AF-BCB9-1B0887CE36F5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26090875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367160"/>
            <a:ext cx="10515600" cy="81935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39788" y="987425"/>
            <a:ext cx="10515600" cy="337973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5186516"/>
            <a:ext cx="10514012" cy="682472"/>
          </a:xfrm>
        </p:spPr>
        <p:txBody>
          <a:bodyPr/>
          <a:lstStyle>
            <a:lvl1pPr marL="0" indent="0">
              <a:buNone/>
              <a:defRPr sz="160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1"/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7AF9A1-20C4-4D7A-B4F2-9D066D70E9E9}" type="datetimeFigureOut">
              <a:rPr lang="en-PH" smtClean="0"/>
              <a:t>16/07/2026</a:t>
            </a:fld>
            <a:endParaRPr lang="en-PH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21540F-1E6D-47AF-BCB9-1B0887CE36F5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163229944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353434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4489399"/>
            <a:ext cx="10514012" cy="1501826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7AF9A1-20C4-4D7A-B4F2-9D066D70E9E9}" type="datetimeFigureOut">
              <a:rPr lang="en-PH" smtClean="0"/>
              <a:t>16/07/2026</a:t>
            </a:fld>
            <a:endParaRPr lang="en-PH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21540F-1E6D-47AF-BCB9-1B0887CE36F5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144940055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365125"/>
            <a:ext cx="9302752" cy="2992904"/>
          </a:xfrm>
        </p:spPr>
        <p:txBody>
          <a:bodyPr anchor="ctr"/>
          <a:lstStyle>
            <a:lvl1pPr>
              <a:defRPr sz="4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365557"/>
            <a:ext cx="875229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8200" y="4501729"/>
            <a:ext cx="10512424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7AF9A1-20C4-4D7A-B4F2-9D066D70E9E9}" type="datetimeFigureOut">
              <a:rPr lang="en-PH" smtClean="0"/>
              <a:t>16/07/2026</a:t>
            </a:fld>
            <a:endParaRPr lang="en-PH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21540F-1E6D-47AF-BCB9-1B0887CE36F5}" type="slidenum">
              <a:rPr lang="en-PH" smtClean="0"/>
              <a:t>‹#›</a:t>
            </a:fld>
            <a:endParaRPr lang="en-PH"/>
          </a:p>
        </p:txBody>
      </p:sp>
      <p:sp>
        <p:nvSpPr>
          <p:cNvPr id="9" name="TextBox 8"/>
          <p:cNvSpPr txBox="1"/>
          <p:nvPr/>
        </p:nvSpPr>
        <p:spPr>
          <a:xfrm>
            <a:off x="1111044" y="78682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437812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45044898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2326967"/>
            <a:ext cx="10515600" cy="2511835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4850581"/>
            <a:ext cx="10514012" cy="1140644"/>
          </a:xfrm>
        </p:spPr>
        <p:txBody>
          <a:bodyPr anchor="t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7AF9A1-20C4-4D7A-B4F2-9D066D70E9E9}" type="datetimeFigureOut">
              <a:rPr lang="en-PH" smtClean="0"/>
              <a:t>16/07/2026</a:t>
            </a:fld>
            <a:endParaRPr lang="en-PH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21540F-1E6D-47AF-BCB9-1B0887CE36F5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148985521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1337282" y="188595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1356798" y="257175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87994" y="1885950"/>
            <a:ext cx="2936241" cy="576262"/>
          </a:xfrm>
        </p:spPr>
        <p:txBody>
          <a:bodyPr vert="horz" lIns="91440" tIns="45720" rIns="91440" bIns="45720" rtlCol="0" anchor="b">
            <a:noAutofit/>
          </a:bodyPr>
          <a:lstStyle>
            <a:lvl1pPr>
              <a:buNone/>
              <a:defRPr lang="en-US" sz="2400" b="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77441" y="257175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29035" y="1885950"/>
            <a:ext cx="2932113" cy="576262"/>
          </a:xfrm>
        </p:spPr>
        <p:txBody>
          <a:bodyPr vert="horz" lIns="91440" tIns="45720" rIns="91440" bIns="45720" rtlCol="0" anchor="b">
            <a:noAutofit/>
          </a:bodyPr>
          <a:lstStyle>
            <a:lvl1pPr>
              <a:buNone/>
              <a:defRPr lang="en-US" sz="2400" b="0" dirty="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29035" y="257175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7AF9A1-20C4-4D7A-B4F2-9D066D70E9E9}" type="datetimeFigureOut">
              <a:rPr lang="en-PH" smtClean="0"/>
              <a:t>16/07/2026</a:t>
            </a:fld>
            <a:endParaRPr lang="en-PH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21540F-1E6D-47AF-BCB9-1B0887CE36F5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4322950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1332085" y="4297503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41000"/>
                        <a:lumOff val="59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332085" y="2256354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1332085" y="4873765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68997" y="4297503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41000"/>
                        <a:lumOff val="59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568996" y="2256354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567644" y="4873764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04322" y="4297503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41000"/>
                        <a:lumOff val="59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804321" y="2256354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804197" y="4873762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7AF9A1-20C4-4D7A-B4F2-9D066D70E9E9}" type="datetimeFigureOut">
              <a:rPr lang="en-PH" smtClean="0"/>
              <a:t>16/07/2026</a:t>
            </a:fld>
            <a:endParaRPr lang="en-PH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21540F-1E6D-47AF-BCB9-1B0887CE36F5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385799032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7AF9A1-20C4-4D7A-B4F2-9D066D70E9E9}" type="datetimeFigureOut">
              <a:rPr lang="en-PH" smtClean="0"/>
              <a:t>16/07/2026</a:t>
            </a:fld>
            <a:endParaRPr lang="en-P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21540F-1E6D-47AF-BCB9-1B0887CE36F5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297462590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7AF9A1-20C4-4D7A-B4F2-9D066D70E9E9}" type="datetimeFigureOut">
              <a:rPr lang="en-PH" smtClean="0"/>
              <a:t>16/07/2026</a:t>
            </a:fld>
            <a:endParaRPr lang="en-P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21540F-1E6D-47AF-BCB9-1B0887CE36F5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9073212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9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20000" y="1825625"/>
            <a:ext cx="102338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gradFill flip="none" rotWithShape="1">
                  <a:gsLst>
                    <a:gs pos="28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38000"/>
                        <a:lumOff val="62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5400000" scaled="1"/>
                  <a:tileRect/>
                </a:gradFill>
              </a:defRPr>
            </a:lvl1pPr>
          </a:lstStyle>
          <a:p>
            <a:fld id="{FD7AF9A1-20C4-4D7A-B4F2-9D066D70E9E9}" type="datetimeFigureOut">
              <a:rPr lang="en-PH" smtClean="0"/>
              <a:t>16/07/2026</a:t>
            </a:fld>
            <a:endParaRPr lang="en-P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gradFill flip="none" rotWithShape="1">
                  <a:gsLst>
                    <a:gs pos="28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38000"/>
                        <a:lumOff val="62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5400000" scaled="1"/>
                  <a:tileRect/>
                </a:gradFill>
              </a:defRPr>
            </a:lvl1pPr>
          </a:lstStyle>
          <a:p>
            <a:endParaRPr lang="en-PH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gradFill flip="none" rotWithShape="1">
                  <a:gsLst>
                    <a:gs pos="28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38000"/>
                        <a:lumOff val="62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5400000" scaled="1"/>
                  <a:tileRect/>
                </a:gradFill>
              </a:defRPr>
            </a:lvl1pPr>
          </a:lstStyle>
          <a:p>
            <a:fld id="{1021540F-1E6D-47AF-BCB9-1B0887CE36F5}" type="slidenum">
              <a:rPr lang="en-PH" smtClean="0"/>
              <a:t>‹#›</a:t>
            </a:fld>
            <a:endParaRPr lang="en-PH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A51C4FB-7031-EAD9-A85B-06849594C9DB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hdr"/>
              </p:ext>
            </p:extLst>
          </p:nvPr>
        </p:nvSpPr>
        <p:spPr>
          <a:xfrm>
            <a:off x="10636250" y="63500"/>
            <a:ext cx="1520825" cy="16764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PH" sz="1100">
                <a:solidFill>
                  <a:srgbClr val="000000">
                    <a:alpha val="50000"/>
                  </a:srgbClr>
                </a:solidFill>
                <a:latin typeface="Aptos" panose="020B0004020202020204" pitchFamily="34" charset="0"/>
              </a:rPr>
              <a:t>Classification: GENERAL</a:t>
            </a:r>
          </a:p>
        </p:txBody>
      </p:sp>
    </p:spTree>
    <p:extLst>
      <p:ext uri="{BB962C8B-B14F-4D97-AF65-F5344CB8AC3E}">
        <p14:creationId xmlns:p14="http://schemas.microsoft.com/office/powerpoint/2010/main" val="3279526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5400" b="0" kern="1200">
          <a:gradFill flip="none" rotWithShape="1">
            <a:gsLst>
              <a:gs pos="28000">
                <a:schemeClr val="tx1">
                  <a:lumMod val="93000"/>
                </a:schemeClr>
              </a:gs>
              <a:gs pos="0">
                <a:schemeClr val="bg1">
                  <a:lumMod val="25000"/>
                  <a:lumOff val="75000"/>
                </a:schemeClr>
              </a:gs>
              <a:gs pos="100000">
                <a:schemeClr val="tx2">
                  <a:lumMod val="0"/>
                  <a:lumOff val="100000"/>
                </a:schemeClr>
              </a:gs>
            </a:gsLst>
            <a:lin ang="4800000" scaled="0"/>
            <a:tileRect/>
          </a:gra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gradFill>
            <a:gsLst>
              <a:gs pos="34000">
                <a:schemeClr val="tx1">
                  <a:lumMod val="93000"/>
                </a:schemeClr>
              </a:gs>
              <a:gs pos="0">
                <a:schemeClr val="bg1">
                  <a:lumMod val="25000"/>
                  <a:lumOff val="75000"/>
                </a:schemeClr>
              </a:gs>
              <a:gs pos="100000">
                <a:schemeClr val="tx2">
                  <a:lumMod val="0"/>
                  <a:lumOff val="100000"/>
                </a:schemeClr>
              </a:gs>
            </a:gsLst>
            <a:lin ang="4800000" scaled="0"/>
          </a:gra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gradFill>
            <a:gsLst>
              <a:gs pos="34000">
                <a:schemeClr val="tx1">
                  <a:lumMod val="93000"/>
                </a:schemeClr>
              </a:gs>
              <a:gs pos="0">
                <a:schemeClr val="bg1">
                  <a:lumMod val="25000"/>
                  <a:lumOff val="75000"/>
                </a:schemeClr>
              </a:gs>
              <a:gs pos="100000">
                <a:schemeClr val="tx2">
                  <a:lumMod val="0"/>
                  <a:lumOff val="100000"/>
                </a:schemeClr>
              </a:gs>
            </a:gsLst>
            <a:lin ang="4800000" scaled="0"/>
          </a:gra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gradFill>
            <a:gsLst>
              <a:gs pos="34000">
                <a:schemeClr val="tx1">
                  <a:lumMod val="93000"/>
                </a:schemeClr>
              </a:gs>
              <a:gs pos="0">
                <a:schemeClr val="bg1">
                  <a:lumMod val="25000"/>
                  <a:lumOff val="75000"/>
                </a:schemeClr>
              </a:gs>
              <a:gs pos="100000">
                <a:schemeClr val="tx2">
                  <a:lumMod val="0"/>
                  <a:lumOff val="100000"/>
                </a:schemeClr>
              </a:gs>
            </a:gsLst>
            <a:lin ang="4800000" scaled="0"/>
          </a:gra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gradFill>
            <a:gsLst>
              <a:gs pos="34000">
                <a:schemeClr val="tx1">
                  <a:lumMod val="93000"/>
                </a:schemeClr>
              </a:gs>
              <a:gs pos="0">
                <a:schemeClr val="bg1">
                  <a:lumMod val="25000"/>
                  <a:lumOff val="75000"/>
                </a:schemeClr>
              </a:gs>
              <a:gs pos="100000">
                <a:schemeClr val="tx2">
                  <a:lumMod val="0"/>
                  <a:lumOff val="100000"/>
                </a:schemeClr>
              </a:gs>
            </a:gsLst>
            <a:lin ang="4800000" scaled="0"/>
          </a:gra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gradFill>
            <a:gsLst>
              <a:gs pos="34000">
                <a:schemeClr val="tx1">
                  <a:lumMod val="93000"/>
                </a:schemeClr>
              </a:gs>
              <a:gs pos="0">
                <a:schemeClr val="bg1">
                  <a:lumMod val="25000"/>
                  <a:lumOff val="75000"/>
                </a:schemeClr>
              </a:gs>
              <a:gs pos="100000">
                <a:schemeClr val="tx2">
                  <a:lumMod val="0"/>
                  <a:lumOff val="100000"/>
                </a:schemeClr>
              </a:gs>
            </a:gsLst>
            <a:lin ang="4800000" scaled="0"/>
          </a:gra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70068059-9097-4F05-BA38-CDD7DBF7737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5" name="Text 1">
            <a:extLst>
              <a:ext uri="{FF2B5EF4-FFF2-40B4-BE49-F238E27FC236}">
                <a16:creationId xmlns:a16="http://schemas.microsoft.com/office/drawing/2014/main" id="{66941185-F250-6419-AB5F-4AD25442F8E1}"/>
              </a:ext>
            </a:extLst>
          </p:cNvPr>
          <p:cNvSpPr/>
          <p:nvPr/>
        </p:nvSpPr>
        <p:spPr>
          <a:xfrm>
            <a:off x="566928" y="1161288"/>
            <a:ext cx="104241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500" b="1" dirty="0">
                <a:solidFill>
                  <a:schemeClr val="accent6">
                    <a:lumMod val="60000"/>
                    <a:lumOff val="40000"/>
                  </a:schemeClr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Explainable</a:t>
            </a:r>
            <a:r>
              <a:rPr lang="en-US" sz="35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</a:t>
            </a:r>
            <a:r>
              <a:rPr lang="en-US" sz="3500" b="1" dirty="0">
                <a:solidFill>
                  <a:schemeClr val="accent6">
                    <a:lumMod val="60000"/>
                    <a:lumOff val="40000"/>
                  </a:schemeClr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Bank Account Fraud Detection</a:t>
            </a:r>
          </a:p>
          <a:p>
            <a:pPr marL="0" indent="0">
              <a:buNone/>
            </a:pPr>
            <a:r>
              <a:rPr lang="en-US" sz="3500" b="1" dirty="0">
                <a:solidFill>
                  <a:schemeClr val="accent6">
                    <a:lumMod val="60000"/>
                    <a:lumOff val="40000"/>
                  </a:schemeClr>
                </a:solidFill>
                <a:latin typeface="Georgia" pitchFamily="34" charset="0"/>
              </a:rPr>
              <a:t>Using Machine Learning</a:t>
            </a:r>
            <a:endParaRPr lang="en-US" sz="35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12" name="Text 0">
            <a:extLst>
              <a:ext uri="{FF2B5EF4-FFF2-40B4-BE49-F238E27FC236}">
                <a16:creationId xmlns:a16="http://schemas.microsoft.com/office/drawing/2014/main" id="{99B2D0BF-1B6A-6D92-81DB-5A0895F0AFE7}"/>
              </a:ext>
            </a:extLst>
          </p:cNvPr>
          <p:cNvSpPr/>
          <p:nvPr/>
        </p:nvSpPr>
        <p:spPr>
          <a:xfrm>
            <a:off x="603504" y="667512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1">
                    <a:lumMod val="95000"/>
                  </a:schemeClr>
                </a:solidFill>
                <a:latin typeface="Aptos" panose="020B0004020202020204" pitchFamily="34" charset="0"/>
                <a:ea typeface="Arial" pitchFamily="34" charset="-122"/>
                <a:cs typeface="Arial" pitchFamily="34" charset="-120"/>
              </a:rPr>
              <a:t>C A P S T O N E   P R O J E C T  ·  T E C H N I C A L    P R E S E N T A T I O N</a:t>
            </a:r>
            <a:endParaRPr lang="en-US" sz="1400" dirty="0">
              <a:solidFill>
                <a:schemeClr val="tx1">
                  <a:lumMod val="95000"/>
                </a:schemeClr>
              </a:solidFill>
              <a:latin typeface="Aptos" panose="020B0004020202020204" pitchFamily="34" charset="0"/>
            </a:endParaRPr>
          </a:p>
        </p:txBody>
      </p:sp>
      <p:sp>
        <p:nvSpPr>
          <p:cNvPr id="14" name="Text 2">
            <a:extLst>
              <a:ext uri="{FF2B5EF4-FFF2-40B4-BE49-F238E27FC236}">
                <a16:creationId xmlns:a16="http://schemas.microsoft.com/office/drawing/2014/main" id="{B9B83612-6E9B-8ED6-042B-5C10FAB116C9}"/>
              </a:ext>
            </a:extLst>
          </p:cNvPr>
          <p:cNvSpPr/>
          <p:nvPr/>
        </p:nvSpPr>
        <p:spPr>
          <a:xfrm>
            <a:off x="603504" y="2487168"/>
            <a:ext cx="9601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chemeClr val="tx1">
                    <a:lumMod val="85000"/>
                  </a:schemeClr>
                </a:solidFill>
                <a:latin typeface="Aptos" panose="020B0004020202020204" pitchFamily="34" charset="0"/>
                <a:ea typeface="Arial" pitchFamily="34" charset="-122"/>
                <a:cs typeface="Arial" pitchFamily="34" charset="-120"/>
              </a:rPr>
              <a:t>Methodology, Modeling, Explainability &amp; Fairness Audit</a:t>
            </a:r>
          </a:p>
        </p:txBody>
      </p:sp>
      <p:sp>
        <p:nvSpPr>
          <p:cNvPr id="16" name="Text 3">
            <a:extLst>
              <a:ext uri="{FF2B5EF4-FFF2-40B4-BE49-F238E27FC236}">
                <a16:creationId xmlns:a16="http://schemas.microsoft.com/office/drawing/2014/main" id="{80C666AD-73A5-2D39-8018-27F21A0CECA4}"/>
              </a:ext>
            </a:extLst>
          </p:cNvPr>
          <p:cNvSpPr/>
          <p:nvPr/>
        </p:nvSpPr>
        <p:spPr>
          <a:xfrm>
            <a:off x="603504" y="5067300"/>
            <a:ext cx="7829296" cy="11231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1">
                    <a:lumMod val="85000"/>
                  </a:schemeClr>
                </a:solidFill>
                <a:latin typeface="Aptos" panose="020B0004020202020204" pitchFamily="34" charset="0"/>
                <a:ea typeface="Arial" pitchFamily="34" charset="-122"/>
                <a:cs typeface="Arial" pitchFamily="34" charset="-120"/>
              </a:rPr>
              <a:t>Eduardo S. Cudia </a:t>
            </a:r>
          </a:p>
          <a:p>
            <a:pPr marL="0" indent="0">
              <a:buNone/>
            </a:pPr>
            <a:r>
              <a:rPr lang="en-US" sz="1600" dirty="0">
                <a:solidFill>
                  <a:schemeClr val="tx1">
                    <a:lumMod val="85000"/>
                  </a:schemeClr>
                </a:solidFill>
                <a:latin typeface="Aptos" panose="020B0004020202020204" pitchFamily="34" charset="0"/>
                <a:ea typeface="Arial" pitchFamily="34" charset="-122"/>
                <a:cs typeface="Arial" pitchFamily="34" charset="-120"/>
              </a:rPr>
              <a:t>Post Graduate Diploma in AI &amp; Machine Learning</a:t>
            </a:r>
            <a:r>
              <a:rPr lang="en-US" sz="1600" dirty="0">
                <a:solidFill>
                  <a:schemeClr val="tx1">
                    <a:lumMod val="85000"/>
                  </a:schemeClr>
                </a:solidFill>
                <a:latin typeface="Aptos" panose="020B0004020202020204" pitchFamily="34" charset="0"/>
              </a:rPr>
              <a:t> </a:t>
            </a:r>
            <a:r>
              <a:rPr lang="en-US" sz="1600" dirty="0">
                <a:solidFill>
                  <a:schemeClr val="tx1">
                    <a:lumMod val="85000"/>
                  </a:schemeClr>
                </a:solidFill>
                <a:latin typeface="Aptos" panose="020B0004020202020204" pitchFamily="34" charset="0"/>
                <a:ea typeface="Arial" pitchFamily="34" charset="-122"/>
                <a:cs typeface="Arial" pitchFamily="34" charset="-120"/>
              </a:rPr>
              <a:t>Asian Institute of Management </a:t>
            </a:r>
          </a:p>
          <a:p>
            <a:pPr marL="0" indent="0">
              <a:buNone/>
            </a:pPr>
            <a:r>
              <a:rPr lang="en-US" sz="1600" dirty="0">
                <a:solidFill>
                  <a:schemeClr val="tx1">
                    <a:lumMod val="85000"/>
                  </a:schemeClr>
                </a:solidFill>
                <a:latin typeface="Aptos" panose="020B0004020202020204" pitchFamily="34" charset="0"/>
                <a:ea typeface="Arial" pitchFamily="34" charset="-122"/>
                <a:cs typeface="Arial" pitchFamily="34" charset="-120"/>
              </a:rPr>
              <a:t>Dataset: Bank Account Fraud Dataset Suite - </a:t>
            </a:r>
            <a:r>
              <a:rPr lang="en-US" sz="1600" dirty="0" err="1">
                <a:solidFill>
                  <a:schemeClr val="tx1">
                    <a:lumMod val="85000"/>
                  </a:schemeClr>
                </a:solidFill>
                <a:latin typeface="Aptos" panose="020B0004020202020204" pitchFamily="34" charset="0"/>
                <a:ea typeface="Arial" pitchFamily="34" charset="-122"/>
                <a:cs typeface="Arial" pitchFamily="34" charset="-120"/>
              </a:rPr>
              <a:t>NeurIPS</a:t>
            </a:r>
            <a:r>
              <a:rPr lang="en-US" sz="1600" dirty="0">
                <a:solidFill>
                  <a:schemeClr val="tx1">
                    <a:lumMod val="85000"/>
                  </a:schemeClr>
                </a:solidFill>
                <a:latin typeface="Aptos" panose="020B0004020202020204" pitchFamily="34" charset="0"/>
                <a:ea typeface="Arial" pitchFamily="34" charset="-122"/>
                <a:cs typeface="Arial" pitchFamily="34" charset="-120"/>
              </a:rPr>
              <a:t> 2022</a:t>
            </a:r>
          </a:p>
          <a:p>
            <a:pPr marL="0" indent="0">
              <a:buNone/>
            </a:pPr>
            <a:endParaRPr lang="en-US" sz="1600" dirty="0">
              <a:solidFill>
                <a:schemeClr val="tx1">
                  <a:lumMod val="85000"/>
                </a:schemeClr>
              </a:solidFill>
              <a:latin typeface="Aptos" panose="020B0004020202020204" pitchFamily="34" charset="0"/>
              <a:cs typeface="Arial" pitchFamily="34" charset="-120"/>
            </a:endParaRPr>
          </a:p>
          <a:p>
            <a:pPr marL="0" indent="0">
              <a:buNone/>
            </a:pPr>
            <a:r>
              <a:rPr lang="en-US" sz="1200" i="1" dirty="0">
                <a:solidFill>
                  <a:schemeClr val="tx1">
                    <a:lumMod val="85000"/>
                  </a:schemeClr>
                </a:solidFill>
                <a:latin typeface="Aptos" panose="020B0004020202020204" pitchFamily="34" charset="0"/>
                <a:cs typeface="Arial" pitchFamily="34" charset="-120"/>
              </a:rPr>
              <a:t>July 2026</a:t>
            </a:r>
            <a:endParaRPr lang="en-US" sz="1200" i="1" dirty="0">
              <a:solidFill>
                <a:schemeClr val="tx1">
                  <a:lumMod val="85000"/>
                </a:schemeClr>
              </a:solidFill>
              <a:latin typeface="Aptos" panose="020B0004020202020204" pitchFamily="34" charset="0"/>
            </a:endParaRPr>
          </a:p>
        </p:txBody>
      </p:sp>
      <p:sp>
        <p:nvSpPr>
          <p:cNvPr id="18" name="Shape 4">
            <a:extLst>
              <a:ext uri="{FF2B5EF4-FFF2-40B4-BE49-F238E27FC236}">
                <a16:creationId xmlns:a16="http://schemas.microsoft.com/office/drawing/2014/main" id="{AAF311B8-62F7-4D28-A592-0ED16D2F1634}"/>
              </a:ext>
            </a:extLst>
          </p:cNvPr>
          <p:cNvSpPr/>
          <p:nvPr/>
        </p:nvSpPr>
        <p:spPr>
          <a:xfrm>
            <a:off x="566928" y="2304288"/>
            <a:ext cx="4023360" cy="109728"/>
          </a:xfrm>
          <a:prstGeom prst="rect">
            <a:avLst/>
          </a:prstGeom>
          <a:solidFill>
            <a:schemeClr val="tx2">
              <a:lumMod val="50000"/>
            </a:schemeClr>
          </a:solidFill>
          <a:ln w="12700">
            <a:solidFill>
              <a:schemeClr val="tx2">
                <a:lumMod val="50000"/>
              </a:schemeClr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20" name="Shape 5">
            <a:extLst>
              <a:ext uri="{FF2B5EF4-FFF2-40B4-BE49-F238E27FC236}">
                <a16:creationId xmlns:a16="http://schemas.microsoft.com/office/drawing/2014/main" id="{F4AADDA4-8AF5-47AA-C255-AA29B081521E}"/>
              </a:ext>
            </a:extLst>
          </p:cNvPr>
          <p:cNvSpPr/>
          <p:nvPr/>
        </p:nvSpPr>
        <p:spPr>
          <a:xfrm>
            <a:off x="4864608" y="2304288"/>
            <a:ext cx="914400" cy="109728"/>
          </a:xfrm>
          <a:prstGeom prst="rect">
            <a:avLst/>
          </a:prstGeom>
          <a:solidFill>
            <a:srgbClr val="FF6600"/>
          </a:solidFill>
          <a:ln w="12700">
            <a:solidFill>
              <a:srgbClr val="FF6600"/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114300950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29E1ED5-057D-AEDF-F4FB-089788E4DF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D8676DC9-E96F-B4B0-3DE8-D74E4A7BBC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7" name="Text 2">
            <a:extLst>
              <a:ext uri="{FF2B5EF4-FFF2-40B4-BE49-F238E27FC236}">
                <a16:creationId xmlns:a16="http://schemas.microsoft.com/office/drawing/2014/main" id="{D8179DBA-1EB7-5A9D-EE36-D969F47962E1}"/>
              </a:ext>
            </a:extLst>
          </p:cNvPr>
          <p:cNvSpPr/>
          <p:nvPr/>
        </p:nvSpPr>
        <p:spPr>
          <a:xfrm>
            <a:off x="396240" y="6335776"/>
            <a:ext cx="6217920" cy="440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>
                    <a:lumMod val="85000"/>
                  </a:schemeClr>
                </a:solidFill>
                <a:latin typeface="Aptos" panose="020B0004020202020204" pitchFamily="34" charset="0"/>
                <a:ea typeface="Arial" pitchFamily="34" charset="-122"/>
                <a:cs typeface="Arial" pitchFamily="34" charset="-120"/>
              </a:rPr>
              <a:t>Bank Account Fraud Detection | Technical Presentation</a:t>
            </a:r>
            <a:endParaRPr lang="en-US" sz="1400" dirty="0">
              <a:solidFill>
                <a:schemeClr val="tx1">
                  <a:lumMod val="85000"/>
                </a:schemeClr>
              </a:solidFill>
              <a:latin typeface="Aptos" panose="020B0004020202020204" pitchFamily="34" charset="0"/>
            </a:endParaRPr>
          </a:p>
        </p:txBody>
      </p:sp>
      <p:sp>
        <p:nvSpPr>
          <p:cNvPr id="10" name="Text 3">
            <a:extLst>
              <a:ext uri="{FF2B5EF4-FFF2-40B4-BE49-F238E27FC236}">
                <a16:creationId xmlns:a16="http://schemas.microsoft.com/office/drawing/2014/main" id="{7EBC897B-0E9D-D866-E0CE-CB3276036C77}"/>
              </a:ext>
            </a:extLst>
          </p:cNvPr>
          <p:cNvSpPr/>
          <p:nvPr/>
        </p:nvSpPr>
        <p:spPr>
          <a:xfrm>
            <a:off x="11567160" y="6473952"/>
            <a:ext cx="228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50" dirty="0">
                <a:latin typeface="Aptos" panose="020B0004020202020204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650" dirty="0">
              <a:latin typeface="Aptos" panose="020B0004020202020204" pitchFamily="34" charset="0"/>
            </a:endParaRPr>
          </a:p>
        </p:txBody>
      </p:sp>
      <p:sp>
        <p:nvSpPr>
          <p:cNvPr id="4" name="Text 0">
            <a:extLst>
              <a:ext uri="{FF2B5EF4-FFF2-40B4-BE49-F238E27FC236}">
                <a16:creationId xmlns:a16="http://schemas.microsoft.com/office/drawing/2014/main" id="{2763BDE7-0BCE-4C02-8D25-C8F4B78C0A21}"/>
              </a:ext>
            </a:extLst>
          </p:cNvPr>
          <p:cNvSpPr/>
          <p:nvPr/>
        </p:nvSpPr>
        <p:spPr>
          <a:xfrm>
            <a:off x="566928" y="411480"/>
            <a:ext cx="10515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tx1">
                    <a:lumMod val="95000"/>
                  </a:schemeClr>
                </a:solidFill>
                <a:latin typeface="Aptos" panose="020B0004020202020204" pitchFamily="34" charset="0"/>
                <a:ea typeface="Arial" pitchFamily="34" charset="-122"/>
                <a:cs typeface="Arial" pitchFamily="34" charset="-120"/>
              </a:rPr>
              <a:t>AGENDA</a:t>
            </a:r>
            <a:endParaRPr lang="en-US" sz="2000" dirty="0">
              <a:solidFill>
                <a:schemeClr val="tx1">
                  <a:lumMod val="95000"/>
                </a:schemeClr>
              </a:solidFill>
              <a:latin typeface="Aptos" panose="020B0004020202020204" pitchFamily="34" charset="0"/>
            </a:endParaRPr>
          </a:p>
        </p:txBody>
      </p:sp>
      <p:sp>
        <p:nvSpPr>
          <p:cNvPr id="9" name="Text 1">
            <a:extLst>
              <a:ext uri="{FF2B5EF4-FFF2-40B4-BE49-F238E27FC236}">
                <a16:creationId xmlns:a16="http://schemas.microsoft.com/office/drawing/2014/main" id="{C10CE50D-6E84-142A-D522-2944C153940A}"/>
              </a:ext>
            </a:extLst>
          </p:cNvPr>
          <p:cNvSpPr/>
          <p:nvPr/>
        </p:nvSpPr>
        <p:spPr>
          <a:xfrm>
            <a:off x="566928" y="786384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chemeClr val="accent6">
                    <a:lumMod val="60000"/>
                    <a:lumOff val="40000"/>
                  </a:schemeClr>
                </a:solidFill>
                <a:latin typeface="Georgia" pitchFamily="34" charset="0"/>
              </a:rPr>
              <a:t>Topics to Cover</a:t>
            </a:r>
            <a:endParaRPr lang="en-US" sz="28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13" name="Shape 4">
            <a:extLst>
              <a:ext uri="{FF2B5EF4-FFF2-40B4-BE49-F238E27FC236}">
                <a16:creationId xmlns:a16="http://schemas.microsoft.com/office/drawing/2014/main" id="{2C61F60D-662C-09D7-B22B-F755E5D700C1}"/>
              </a:ext>
            </a:extLst>
          </p:cNvPr>
          <p:cNvSpPr/>
          <p:nvPr/>
        </p:nvSpPr>
        <p:spPr>
          <a:xfrm>
            <a:off x="713232" y="1686052"/>
            <a:ext cx="5074920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2700">
            <a:solidFill>
              <a:srgbClr val="EDF2F8">
                <a:alpha val="75000"/>
              </a:srgbClr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17" name="Text 5">
            <a:extLst>
              <a:ext uri="{FF2B5EF4-FFF2-40B4-BE49-F238E27FC236}">
                <a16:creationId xmlns:a16="http://schemas.microsoft.com/office/drawing/2014/main" id="{4C90F393-EE98-BFAD-8FC4-A3B8819AAC73}"/>
              </a:ext>
            </a:extLst>
          </p:cNvPr>
          <p:cNvSpPr/>
          <p:nvPr/>
        </p:nvSpPr>
        <p:spPr>
          <a:xfrm>
            <a:off x="1005840" y="1802893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073B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   Problem Framing</a:t>
            </a:r>
            <a:endParaRPr lang="en-US" sz="1400" dirty="0"/>
          </a:p>
        </p:txBody>
      </p:sp>
      <p:sp>
        <p:nvSpPr>
          <p:cNvPr id="21" name="Text 6">
            <a:extLst>
              <a:ext uri="{FF2B5EF4-FFF2-40B4-BE49-F238E27FC236}">
                <a16:creationId xmlns:a16="http://schemas.microsoft.com/office/drawing/2014/main" id="{23B5C163-7F97-4116-519C-42FE9F05A198}"/>
              </a:ext>
            </a:extLst>
          </p:cNvPr>
          <p:cNvSpPr/>
          <p:nvPr/>
        </p:nvSpPr>
        <p:spPr>
          <a:xfrm>
            <a:off x="1412240" y="2156968"/>
            <a:ext cx="4480560" cy="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Aptos" panose="020B0004020202020204" pitchFamily="34" charset="0"/>
                <a:ea typeface="Arial" pitchFamily="34" charset="-122"/>
                <a:cs typeface="Arial" pitchFamily="34" charset="-120"/>
              </a:rPr>
              <a:t>Business context, task type, success metrics</a:t>
            </a:r>
            <a:endParaRPr lang="en-US" sz="1400" dirty="0">
              <a:solidFill>
                <a:schemeClr val="bg2">
                  <a:lumMod val="50000"/>
                </a:schemeClr>
              </a:solidFill>
              <a:latin typeface="Aptos" panose="020B0004020202020204" pitchFamily="34" charset="0"/>
            </a:endParaRPr>
          </a:p>
        </p:txBody>
      </p:sp>
      <p:sp>
        <p:nvSpPr>
          <p:cNvPr id="25" name="Shape 7">
            <a:extLst>
              <a:ext uri="{FF2B5EF4-FFF2-40B4-BE49-F238E27FC236}">
                <a16:creationId xmlns:a16="http://schemas.microsoft.com/office/drawing/2014/main" id="{DC070AD1-FEF9-BC88-6499-087F1069429C}"/>
              </a:ext>
            </a:extLst>
          </p:cNvPr>
          <p:cNvSpPr/>
          <p:nvPr/>
        </p:nvSpPr>
        <p:spPr>
          <a:xfrm>
            <a:off x="6400800" y="1686052"/>
            <a:ext cx="5074920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2700">
            <a:solidFill>
              <a:srgbClr val="EDF2F8">
                <a:alpha val="75000"/>
              </a:srgbClr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29" name="Text 8">
            <a:extLst>
              <a:ext uri="{FF2B5EF4-FFF2-40B4-BE49-F238E27FC236}">
                <a16:creationId xmlns:a16="http://schemas.microsoft.com/office/drawing/2014/main" id="{70B18E7C-42CD-086C-D0F2-2682AF6297F5}"/>
              </a:ext>
            </a:extLst>
          </p:cNvPr>
          <p:cNvSpPr/>
          <p:nvPr/>
        </p:nvSpPr>
        <p:spPr>
          <a:xfrm>
            <a:off x="6693408" y="1814068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073B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  Data &amp; Feature Engineering</a:t>
            </a:r>
            <a:endParaRPr lang="en-US" sz="1400" dirty="0"/>
          </a:p>
        </p:txBody>
      </p:sp>
      <p:sp>
        <p:nvSpPr>
          <p:cNvPr id="33" name="Text 9">
            <a:extLst>
              <a:ext uri="{FF2B5EF4-FFF2-40B4-BE49-F238E27FC236}">
                <a16:creationId xmlns:a16="http://schemas.microsoft.com/office/drawing/2014/main" id="{461791CE-1C1E-6F6D-A44D-FCA68CC3AE0D}"/>
              </a:ext>
            </a:extLst>
          </p:cNvPr>
          <p:cNvSpPr/>
          <p:nvPr/>
        </p:nvSpPr>
        <p:spPr>
          <a:xfrm>
            <a:off x="7099808" y="2180844"/>
            <a:ext cx="4480560" cy="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Aptos" panose="020B0004020202020204" pitchFamily="34" charset="0"/>
                <a:ea typeface="Arial" pitchFamily="34" charset="-122"/>
                <a:cs typeface="Arial" pitchFamily="34" charset="-120"/>
              </a:rPr>
              <a:t>BAF dataset, temporal split, engineered fraud signals</a:t>
            </a:r>
            <a:endParaRPr lang="en-US" sz="1400" dirty="0">
              <a:solidFill>
                <a:schemeClr val="bg2">
                  <a:lumMod val="50000"/>
                </a:schemeClr>
              </a:solidFill>
              <a:latin typeface="Aptos" panose="020B0004020202020204" pitchFamily="34" charset="0"/>
            </a:endParaRPr>
          </a:p>
        </p:txBody>
      </p:sp>
      <p:sp>
        <p:nvSpPr>
          <p:cNvPr id="35" name="Shape 10">
            <a:extLst>
              <a:ext uri="{FF2B5EF4-FFF2-40B4-BE49-F238E27FC236}">
                <a16:creationId xmlns:a16="http://schemas.microsoft.com/office/drawing/2014/main" id="{8E568625-795A-409B-3790-5AE05C0F2CB9}"/>
              </a:ext>
            </a:extLst>
          </p:cNvPr>
          <p:cNvSpPr/>
          <p:nvPr/>
        </p:nvSpPr>
        <p:spPr>
          <a:xfrm>
            <a:off x="713232" y="2618740"/>
            <a:ext cx="5074920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2700">
            <a:solidFill>
              <a:srgbClr val="EDF2F8">
                <a:alpha val="75000"/>
              </a:srgbClr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37" name="Text 11">
            <a:extLst>
              <a:ext uri="{FF2B5EF4-FFF2-40B4-BE49-F238E27FC236}">
                <a16:creationId xmlns:a16="http://schemas.microsoft.com/office/drawing/2014/main" id="{84E5CD08-BCD5-604B-EB85-8B9A28582C5C}"/>
              </a:ext>
            </a:extLst>
          </p:cNvPr>
          <p:cNvSpPr/>
          <p:nvPr/>
        </p:nvSpPr>
        <p:spPr>
          <a:xfrm>
            <a:off x="1005840" y="2725927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073B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  Model Development</a:t>
            </a:r>
            <a:endParaRPr lang="en-US" sz="1400" dirty="0"/>
          </a:p>
        </p:txBody>
      </p:sp>
      <p:sp>
        <p:nvSpPr>
          <p:cNvPr id="39" name="Text 12">
            <a:extLst>
              <a:ext uri="{FF2B5EF4-FFF2-40B4-BE49-F238E27FC236}">
                <a16:creationId xmlns:a16="http://schemas.microsoft.com/office/drawing/2014/main" id="{47CD0C92-4C1C-1F1E-01E5-59BCC926AB24}"/>
              </a:ext>
            </a:extLst>
          </p:cNvPr>
          <p:cNvSpPr/>
          <p:nvPr/>
        </p:nvSpPr>
        <p:spPr>
          <a:xfrm>
            <a:off x="1412240" y="3075432"/>
            <a:ext cx="4480560" cy="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Aptos" panose="020B0004020202020204" pitchFamily="34" charset="0"/>
                <a:ea typeface="Arial" pitchFamily="34" charset="-122"/>
                <a:cs typeface="Arial" pitchFamily="34" charset="-120"/>
              </a:rPr>
              <a:t>Logistic Regression, Tree, Random Forest, XGBoost</a:t>
            </a:r>
            <a:endParaRPr lang="en-US" sz="1400" dirty="0">
              <a:solidFill>
                <a:schemeClr val="bg2">
                  <a:lumMod val="50000"/>
                </a:schemeClr>
              </a:solidFill>
              <a:latin typeface="Aptos" panose="020B0004020202020204" pitchFamily="34" charset="0"/>
            </a:endParaRPr>
          </a:p>
        </p:txBody>
      </p:sp>
      <p:sp>
        <p:nvSpPr>
          <p:cNvPr id="41" name="Shape 13">
            <a:extLst>
              <a:ext uri="{FF2B5EF4-FFF2-40B4-BE49-F238E27FC236}">
                <a16:creationId xmlns:a16="http://schemas.microsoft.com/office/drawing/2014/main" id="{232E146E-0C09-742D-3984-01413F80E1B8}"/>
              </a:ext>
            </a:extLst>
          </p:cNvPr>
          <p:cNvSpPr/>
          <p:nvPr/>
        </p:nvSpPr>
        <p:spPr>
          <a:xfrm>
            <a:off x="6400800" y="2618740"/>
            <a:ext cx="5074920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2700">
            <a:solidFill>
              <a:srgbClr val="EDF2F8">
                <a:alpha val="75000"/>
              </a:srgbClr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43" name="Text 14">
            <a:extLst>
              <a:ext uri="{FF2B5EF4-FFF2-40B4-BE49-F238E27FC236}">
                <a16:creationId xmlns:a16="http://schemas.microsoft.com/office/drawing/2014/main" id="{3419B017-A72A-F7C4-D6B2-E4C80EB1FB88}"/>
              </a:ext>
            </a:extLst>
          </p:cNvPr>
          <p:cNvSpPr/>
          <p:nvPr/>
        </p:nvSpPr>
        <p:spPr>
          <a:xfrm>
            <a:off x="6693408" y="2735581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073B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  Explainability</a:t>
            </a:r>
            <a:endParaRPr lang="en-US" sz="1400" dirty="0"/>
          </a:p>
        </p:txBody>
      </p:sp>
      <p:sp>
        <p:nvSpPr>
          <p:cNvPr id="45" name="Text 15">
            <a:extLst>
              <a:ext uri="{FF2B5EF4-FFF2-40B4-BE49-F238E27FC236}">
                <a16:creationId xmlns:a16="http://schemas.microsoft.com/office/drawing/2014/main" id="{0068D773-D1EC-42A6-3B8D-2C5BC101517F}"/>
              </a:ext>
            </a:extLst>
          </p:cNvPr>
          <p:cNvSpPr/>
          <p:nvPr/>
        </p:nvSpPr>
        <p:spPr>
          <a:xfrm>
            <a:off x="7099808" y="3100832"/>
            <a:ext cx="4480560" cy="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Aptos" panose="020B0004020202020204" pitchFamily="34" charset="0"/>
                <a:ea typeface="Arial" pitchFamily="34" charset="-122"/>
                <a:cs typeface="Arial" pitchFamily="34" charset="-120"/>
              </a:rPr>
              <a:t>Coefficients, SHAP, PDP/ICE, local cases</a:t>
            </a:r>
            <a:endParaRPr lang="en-US" sz="1400" dirty="0">
              <a:solidFill>
                <a:schemeClr val="bg2">
                  <a:lumMod val="50000"/>
                </a:schemeClr>
              </a:solidFill>
              <a:latin typeface="Aptos" panose="020B0004020202020204" pitchFamily="34" charset="0"/>
            </a:endParaRPr>
          </a:p>
        </p:txBody>
      </p:sp>
      <p:sp>
        <p:nvSpPr>
          <p:cNvPr id="47" name="Shape 16">
            <a:extLst>
              <a:ext uri="{FF2B5EF4-FFF2-40B4-BE49-F238E27FC236}">
                <a16:creationId xmlns:a16="http://schemas.microsoft.com/office/drawing/2014/main" id="{88E63A27-FFD6-8113-FC0E-23F1FEDA4509}"/>
              </a:ext>
            </a:extLst>
          </p:cNvPr>
          <p:cNvSpPr/>
          <p:nvPr/>
        </p:nvSpPr>
        <p:spPr>
          <a:xfrm>
            <a:off x="713232" y="3551428"/>
            <a:ext cx="5074920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2700">
            <a:solidFill>
              <a:srgbClr val="EDF2F8">
                <a:alpha val="75000"/>
              </a:srgbClr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49" name="Text 17">
            <a:extLst>
              <a:ext uri="{FF2B5EF4-FFF2-40B4-BE49-F238E27FC236}">
                <a16:creationId xmlns:a16="http://schemas.microsoft.com/office/drawing/2014/main" id="{94469B61-2F2D-78E1-4635-67F90432BA53}"/>
              </a:ext>
            </a:extLst>
          </p:cNvPr>
          <p:cNvSpPr/>
          <p:nvPr/>
        </p:nvSpPr>
        <p:spPr>
          <a:xfrm>
            <a:off x="1005840" y="3684524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073B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   Bias &amp; Fairness Audit</a:t>
            </a:r>
            <a:endParaRPr lang="en-US" sz="1400" dirty="0"/>
          </a:p>
        </p:txBody>
      </p:sp>
      <p:sp>
        <p:nvSpPr>
          <p:cNvPr id="51" name="Text 18">
            <a:extLst>
              <a:ext uri="{FF2B5EF4-FFF2-40B4-BE49-F238E27FC236}">
                <a16:creationId xmlns:a16="http://schemas.microsoft.com/office/drawing/2014/main" id="{57D1E7B5-B460-211C-31DE-166E800A9F8D}"/>
              </a:ext>
            </a:extLst>
          </p:cNvPr>
          <p:cNvSpPr/>
          <p:nvPr/>
        </p:nvSpPr>
        <p:spPr>
          <a:xfrm>
            <a:off x="1412240" y="4033520"/>
            <a:ext cx="4480560" cy="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Aptos" panose="020B0004020202020204" pitchFamily="34" charset="0"/>
                <a:ea typeface="Arial" pitchFamily="34" charset="-122"/>
                <a:cs typeface="Arial" pitchFamily="34" charset="-120"/>
              </a:rPr>
              <a:t>Age, income, employment &amp; housing proxy groups</a:t>
            </a:r>
            <a:endParaRPr lang="en-US" sz="1400" dirty="0">
              <a:solidFill>
                <a:schemeClr val="bg2">
                  <a:lumMod val="50000"/>
                </a:schemeClr>
              </a:solidFill>
              <a:latin typeface="Aptos" panose="020B0004020202020204" pitchFamily="34" charset="0"/>
            </a:endParaRPr>
          </a:p>
        </p:txBody>
      </p:sp>
      <p:sp>
        <p:nvSpPr>
          <p:cNvPr id="53" name="Shape 19">
            <a:extLst>
              <a:ext uri="{FF2B5EF4-FFF2-40B4-BE49-F238E27FC236}">
                <a16:creationId xmlns:a16="http://schemas.microsoft.com/office/drawing/2014/main" id="{BB7A8635-6201-0461-FA2C-46EC49DA4970}"/>
              </a:ext>
            </a:extLst>
          </p:cNvPr>
          <p:cNvSpPr/>
          <p:nvPr/>
        </p:nvSpPr>
        <p:spPr>
          <a:xfrm>
            <a:off x="6400800" y="3551428"/>
            <a:ext cx="5074920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2700">
            <a:solidFill>
              <a:srgbClr val="EDF2F8">
                <a:alpha val="75000"/>
              </a:srgbClr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55" name="Text 20">
            <a:extLst>
              <a:ext uri="{FF2B5EF4-FFF2-40B4-BE49-F238E27FC236}">
                <a16:creationId xmlns:a16="http://schemas.microsoft.com/office/drawing/2014/main" id="{A308F989-CA98-2504-A54A-CEE27A5D73DF}"/>
              </a:ext>
            </a:extLst>
          </p:cNvPr>
          <p:cNvSpPr/>
          <p:nvPr/>
        </p:nvSpPr>
        <p:spPr>
          <a:xfrm>
            <a:off x="6693408" y="3684524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073B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   Limitations &amp; Mitigation</a:t>
            </a:r>
            <a:endParaRPr lang="en-US" sz="1400" dirty="0"/>
          </a:p>
        </p:txBody>
      </p:sp>
      <p:sp>
        <p:nvSpPr>
          <p:cNvPr id="57" name="Text 21">
            <a:extLst>
              <a:ext uri="{FF2B5EF4-FFF2-40B4-BE49-F238E27FC236}">
                <a16:creationId xmlns:a16="http://schemas.microsoft.com/office/drawing/2014/main" id="{561DD950-FE6B-4C52-0572-BA73C381B8BD}"/>
              </a:ext>
            </a:extLst>
          </p:cNvPr>
          <p:cNvSpPr/>
          <p:nvPr/>
        </p:nvSpPr>
        <p:spPr>
          <a:xfrm>
            <a:off x="7099808" y="4008120"/>
            <a:ext cx="4480560" cy="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Aptos" panose="020B0004020202020204" pitchFamily="34" charset="0"/>
                <a:ea typeface="Arial" pitchFamily="34" charset="-122"/>
                <a:cs typeface="Arial" pitchFamily="34" charset="-120"/>
              </a:rPr>
              <a:t>Calibration, leakage sensitivity, reweighting</a:t>
            </a:r>
            <a:endParaRPr lang="en-US" sz="1400" dirty="0">
              <a:solidFill>
                <a:schemeClr val="bg2">
                  <a:lumMod val="50000"/>
                </a:schemeClr>
              </a:solidFill>
              <a:latin typeface="Aptos" panose="020B0004020202020204" pitchFamily="34" charset="0"/>
            </a:endParaRPr>
          </a:p>
        </p:txBody>
      </p:sp>
      <p:sp>
        <p:nvSpPr>
          <p:cNvPr id="59" name="Shape 22">
            <a:extLst>
              <a:ext uri="{FF2B5EF4-FFF2-40B4-BE49-F238E27FC236}">
                <a16:creationId xmlns:a16="http://schemas.microsoft.com/office/drawing/2014/main" id="{C4C8596D-76A8-ABFC-A7FF-9FF0EC16B635}"/>
              </a:ext>
            </a:extLst>
          </p:cNvPr>
          <p:cNvSpPr/>
          <p:nvPr/>
        </p:nvSpPr>
        <p:spPr>
          <a:xfrm>
            <a:off x="713232" y="4484116"/>
            <a:ext cx="5074920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2700">
            <a:solidFill>
              <a:srgbClr val="EDF2F8">
                <a:alpha val="75000"/>
              </a:srgbClr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61" name="Text 23">
            <a:extLst>
              <a:ext uri="{FF2B5EF4-FFF2-40B4-BE49-F238E27FC236}">
                <a16:creationId xmlns:a16="http://schemas.microsoft.com/office/drawing/2014/main" id="{D0BD954C-A16B-3939-44B3-7A5C9F990448}"/>
              </a:ext>
            </a:extLst>
          </p:cNvPr>
          <p:cNvSpPr/>
          <p:nvPr/>
        </p:nvSpPr>
        <p:spPr>
          <a:xfrm>
            <a:off x="1005840" y="4617212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073B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   Business KPI Validation</a:t>
            </a:r>
            <a:endParaRPr lang="en-US" sz="1400" dirty="0"/>
          </a:p>
        </p:txBody>
      </p:sp>
      <p:sp>
        <p:nvSpPr>
          <p:cNvPr id="63" name="Text 24">
            <a:extLst>
              <a:ext uri="{FF2B5EF4-FFF2-40B4-BE49-F238E27FC236}">
                <a16:creationId xmlns:a16="http://schemas.microsoft.com/office/drawing/2014/main" id="{C99D4519-6E45-4696-10F7-D28F71611ABF}"/>
              </a:ext>
            </a:extLst>
          </p:cNvPr>
          <p:cNvSpPr/>
          <p:nvPr/>
        </p:nvSpPr>
        <p:spPr>
          <a:xfrm>
            <a:off x="1412240" y="4966208"/>
            <a:ext cx="4480560" cy="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Aptos" panose="020B0004020202020204" pitchFamily="34" charset="0"/>
                <a:ea typeface="Arial" pitchFamily="34" charset="-122"/>
                <a:cs typeface="Arial" pitchFamily="34" charset="-120"/>
              </a:rPr>
              <a:t>Top-10% review queue and net benefit</a:t>
            </a:r>
            <a:endParaRPr lang="en-US" sz="1400" dirty="0">
              <a:solidFill>
                <a:schemeClr val="bg2">
                  <a:lumMod val="50000"/>
                </a:schemeClr>
              </a:solidFill>
              <a:latin typeface="Aptos" panose="020B0004020202020204" pitchFamily="34" charset="0"/>
            </a:endParaRPr>
          </a:p>
        </p:txBody>
      </p:sp>
      <p:sp>
        <p:nvSpPr>
          <p:cNvPr id="65" name="Shape 25">
            <a:extLst>
              <a:ext uri="{FF2B5EF4-FFF2-40B4-BE49-F238E27FC236}">
                <a16:creationId xmlns:a16="http://schemas.microsoft.com/office/drawing/2014/main" id="{C4F86A87-288E-C162-AF91-ABAAC7F0B1BD}"/>
              </a:ext>
            </a:extLst>
          </p:cNvPr>
          <p:cNvSpPr/>
          <p:nvPr/>
        </p:nvSpPr>
        <p:spPr>
          <a:xfrm>
            <a:off x="6400800" y="4484116"/>
            <a:ext cx="5074920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2700">
            <a:solidFill>
              <a:srgbClr val="EDF2F8">
                <a:alpha val="75000"/>
              </a:srgbClr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67" name="Text 26">
            <a:extLst>
              <a:ext uri="{FF2B5EF4-FFF2-40B4-BE49-F238E27FC236}">
                <a16:creationId xmlns:a16="http://schemas.microsoft.com/office/drawing/2014/main" id="{E9CD64B4-F9B7-E746-CAA7-387E67BE5A0E}"/>
              </a:ext>
            </a:extLst>
          </p:cNvPr>
          <p:cNvSpPr/>
          <p:nvPr/>
        </p:nvSpPr>
        <p:spPr>
          <a:xfrm>
            <a:off x="6693408" y="4617212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073B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   Recommendation</a:t>
            </a:r>
            <a:endParaRPr lang="en-US" sz="1400" dirty="0"/>
          </a:p>
        </p:txBody>
      </p:sp>
      <p:sp>
        <p:nvSpPr>
          <p:cNvPr id="69" name="Text 27">
            <a:extLst>
              <a:ext uri="{FF2B5EF4-FFF2-40B4-BE49-F238E27FC236}">
                <a16:creationId xmlns:a16="http://schemas.microsoft.com/office/drawing/2014/main" id="{5F4722DE-A4B3-95F1-6546-61E8D73256BA}"/>
              </a:ext>
            </a:extLst>
          </p:cNvPr>
          <p:cNvSpPr/>
          <p:nvPr/>
        </p:nvSpPr>
        <p:spPr>
          <a:xfrm>
            <a:off x="7099808" y="4966208"/>
            <a:ext cx="4480560" cy="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Aptos" panose="020B0004020202020204" pitchFamily="34" charset="0"/>
                <a:ea typeface="Arial" pitchFamily="34" charset="-122"/>
                <a:cs typeface="Arial" pitchFamily="34" charset="-120"/>
              </a:rPr>
              <a:t>Human-supervised deployment roadmap</a:t>
            </a:r>
            <a:endParaRPr lang="en-US" sz="1400" dirty="0">
              <a:solidFill>
                <a:schemeClr val="bg2">
                  <a:lumMod val="50000"/>
                </a:schemeClr>
              </a:solidFill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6876727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6FADDFE-FD0B-4CA9-EEA7-C6A96C9678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5539B3FA-4D7F-F01F-87B7-B670AEFE96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10" name="Text 3">
            <a:extLst>
              <a:ext uri="{FF2B5EF4-FFF2-40B4-BE49-F238E27FC236}">
                <a16:creationId xmlns:a16="http://schemas.microsoft.com/office/drawing/2014/main" id="{080CADD9-E38F-A78A-3CD7-991BAF3795C0}"/>
              </a:ext>
            </a:extLst>
          </p:cNvPr>
          <p:cNvSpPr/>
          <p:nvPr/>
        </p:nvSpPr>
        <p:spPr>
          <a:xfrm>
            <a:off x="11567160" y="6473952"/>
            <a:ext cx="228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50" dirty="0"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65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3CADF0C1-9985-D57E-AC39-6FDA2F4CFB70}"/>
              </a:ext>
            </a:extLst>
          </p:cNvPr>
          <p:cNvSpPr/>
          <p:nvPr/>
        </p:nvSpPr>
        <p:spPr>
          <a:xfrm>
            <a:off x="396240" y="6335776"/>
            <a:ext cx="6217920" cy="440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>
                    <a:lumMod val="85000"/>
                  </a:schemeClr>
                </a:solidFill>
                <a:latin typeface="Aptos" panose="020B0004020202020204" pitchFamily="34" charset="0"/>
                <a:ea typeface="Arial" pitchFamily="34" charset="-122"/>
                <a:cs typeface="Arial" pitchFamily="34" charset="-120"/>
              </a:rPr>
              <a:t>Bank Account Fraud Detection | Technical Presentation</a:t>
            </a:r>
            <a:endParaRPr lang="en-US" sz="1400" dirty="0">
              <a:solidFill>
                <a:schemeClr val="tx1">
                  <a:lumMod val="85000"/>
                </a:schemeClr>
              </a:solidFill>
              <a:latin typeface="Aptos" panose="020B0004020202020204" pitchFamily="34" charset="0"/>
            </a:endParaRPr>
          </a:p>
        </p:txBody>
      </p:sp>
      <p:sp>
        <p:nvSpPr>
          <p:cNvPr id="7" name="Text 0">
            <a:extLst>
              <a:ext uri="{FF2B5EF4-FFF2-40B4-BE49-F238E27FC236}">
                <a16:creationId xmlns:a16="http://schemas.microsoft.com/office/drawing/2014/main" id="{5F69795F-37EB-6980-1DEC-A60D5A77DADF}"/>
              </a:ext>
            </a:extLst>
          </p:cNvPr>
          <p:cNvSpPr/>
          <p:nvPr/>
        </p:nvSpPr>
        <p:spPr>
          <a:xfrm>
            <a:off x="566928" y="411480"/>
            <a:ext cx="10515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tx1">
                    <a:lumMod val="95000"/>
                  </a:schemeClr>
                </a:solidFill>
                <a:latin typeface="Aptos" panose="020B0004020202020204" pitchFamily="34" charset="0"/>
                <a:ea typeface="Arial" pitchFamily="34" charset="-122"/>
                <a:cs typeface="Arial" pitchFamily="34" charset="-120"/>
              </a:rPr>
              <a:t>01  ·  PROBLEM  FRAMING</a:t>
            </a:r>
            <a:endParaRPr lang="en-US" sz="2000" dirty="0">
              <a:solidFill>
                <a:schemeClr val="tx1">
                  <a:lumMod val="95000"/>
                </a:schemeClr>
              </a:solidFill>
              <a:latin typeface="Aptos" panose="020B0004020202020204" pitchFamily="34" charset="0"/>
            </a:endParaRPr>
          </a:p>
        </p:txBody>
      </p:sp>
      <p:sp>
        <p:nvSpPr>
          <p:cNvPr id="11" name="Text 1">
            <a:extLst>
              <a:ext uri="{FF2B5EF4-FFF2-40B4-BE49-F238E27FC236}">
                <a16:creationId xmlns:a16="http://schemas.microsoft.com/office/drawing/2014/main" id="{46A8EA5D-84E2-08F3-CB42-59C1BE867B8E}"/>
              </a:ext>
            </a:extLst>
          </p:cNvPr>
          <p:cNvSpPr/>
          <p:nvPr/>
        </p:nvSpPr>
        <p:spPr>
          <a:xfrm>
            <a:off x="566928" y="786384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chemeClr val="accent6">
                    <a:lumMod val="60000"/>
                    <a:lumOff val="40000"/>
                  </a:schemeClr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Fraud Review Prioritization, Not Automatic Rejection</a:t>
            </a:r>
            <a:endParaRPr lang="en-US" sz="28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15" name="Shape 4">
            <a:extLst>
              <a:ext uri="{FF2B5EF4-FFF2-40B4-BE49-F238E27FC236}">
                <a16:creationId xmlns:a16="http://schemas.microsoft.com/office/drawing/2014/main" id="{10FC96ED-5DD2-CEE3-F177-060B826A0253}"/>
              </a:ext>
            </a:extLst>
          </p:cNvPr>
          <p:cNvSpPr/>
          <p:nvPr/>
        </p:nvSpPr>
        <p:spPr>
          <a:xfrm>
            <a:off x="640080" y="1600200"/>
            <a:ext cx="3429000" cy="233172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D8E2EF">
                <a:alpha val="75000"/>
              </a:srgbClr>
            </a:solidFill>
            <a:prstDash val="solid"/>
          </a:ln>
          <a:effectLst>
            <a:outerShdw blurRad="25400" dist="50800" dir="2700000" algn="bl" rotWithShape="0">
              <a:srgbClr val="C7D6E7">
                <a:alpha val="22000"/>
              </a:srgbClr>
            </a:outerShdw>
          </a:effectLst>
        </p:spPr>
        <p:txBody>
          <a:bodyPr/>
          <a:lstStyle/>
          <a:p>
            <a:endParaRPr lang="en-PH"/>
          </a:p>
        </p:txBody>
      </p:sp>
      <p:sp>
        <p:nvSpPr>
          <p:cNvPr id="19" name="Shape 5">
            <a:extLst>
              <a:ext uri="{FF2B5EF4-FFF2-40B4-BE49-F238E27FC236}">
                <a16:creationId xmlns:a16="http://schemas.microsoft.com/office/drawing/2014/main" id="{1E1355D0-CCE6-58D5-EA33-9C767CF07BBD}"/>
              </a:ext>
            </a:extLst>
          </p:cNvPr>
          <p:cNvSpPr/>
          <p:nvPr/>
        </p:nvSpPr>
        <p:spPr>
          <a:xfrm>
            <a:off x="736457" y="1712688"/>
            <a:ext cx="685800" cy="685800"/>
          </a:xfrm>
          <a:prstGeom prst="ellipse">
            <a:avLst/>
          </a:prstGeom>
          <a:solidFill>
            <a:srgbClr val="00B050"/>
          </a:solidFill>
          <a:ln w="12700">
            <a:solidFill>
              <a:srgbClr val="00B050"/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23" name="Text 6">
            <a:extLst>
              <a:ext uri="{FF2B5EF4-FFF2-40B4-BE49-F238E27FC236}">
                <a16:creationId xmlns:a16="http://schemas.microsoft.com/office/drawing/2014/main" id="{919C316F-BC32-BA78-7642-A324BAAA6B19}"/>
              </a:ext>
            </a:extLst>
          </p:cNvPr>
          <p:cNvSpPr/>
          <p:nvPr/>
        </p:nvSpPr>
        <p:spPr>
          <a:xfrm>
            <a:off x="736457" y="1822416"/>
            <a:ext cx="685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800" dirty="0"/>
          </a:p>
        </p:txBody>
      </p:sp>
      <p:sp>
        <p:nvSpPr>
          <p:cNvPr id="27" name="Text 7">
            <a:extLst>
              <a:ext uri="{FF2B5EF4-FFF2-40B4-BE49-F238E27FC236}">
                <a16:creationId xmlns:a16="http://schemas.microsoft.com/office/drawing/2014/main" id="{5CA34266-2BED-8E67-1DBB-FA234F8A0646}"/>
              </a:ext>
            </a:extLst>
          </p:cNvPr>
          <p:cNvSpPr/>
          <p:nvPr/>
        </p:nvSpPr>
        <p:spPr>
          <a:xfrm>
            <a:off x="1548674" y="1805724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b="1" dirty="0">
                <a:solidFill>
                  <a:schemeClr val="bg2">
                    <a:lumMod val="50000"/>
                  </a:schemeClr>
                </a:solidFill>
                <a:latin typeface="Aptos" panose="020B0004020202020204" pitchFamily="34" charset="0"/>
                <a:ea typeface="Arial" pitchFamily="34" charset="-122"/>
                <a:cs typeface="Arial" pitchFamily="34" charset="-120"/>
              </a:rPr>
              <a:t>Business context</a:t>
            </a:r>
            <a:endParaRPr lang="en-US" dirty="0">
              <a:solidFill>
                <a:schemeClr val="bg2">
                  <a:lumMod val="50000"/>
                </a:schemeClr>
              </a:solidFill>
              <a:latin typeface="Aptos" panose="020B0004020202020204" pitchFamily="34" charset="0"/>
            </a:endParaRPr>
          </a:p>
        </p:txBody>
      </p:sp>
      <p:sp>
        <p:nvSpPr>
          <p:cNvPr id="31" name="Text 8">
            <a:extLst>
              <a:ext uri="{FF2B5EF4-FFF2-40B4-BE49-F238E27FC236}">
                <a16:creationId xmlns:a16="http://schemas.microsoft.com/office/drawing/2014/main" id="{DA86E0BC-6A08-F187-C68B-4107F2CDE996}"/>
              </a:ext>
            </a:extLst>
          </p:cNvPr>
          <p:cNvSpPr/>
          <p:nvPr/>
        </p:nvSpPr>
        <p:spPr>
          <a:xfrm>
            <a:off x="954314" y="2457777"/>
            <a:ext cx="2809966" cy="11887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Autofit/>
          </a:bodyPr>
          <a:lstStyle/>
          <a:p>
            <a:pPr marL="0" indent="0" algn="just">
              <a:buNone/>
            </a:pP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Aptos" panose="020B0004020202020204" pitchFamily="34" charset="0"/>
                <a:ea typeface="Arial" pitchFamily="34" charset="-122"/>
                <a:cs typeface="Arial" pitchFamily="34" charset="-120"/>
              </a:rPr>
              <a:t>Fraudulent bank-account applications can create financial, operational, regulatory and reputational risk. Analysts cannot deeply review every application.</a:t>
            </a:r>
            <a:endParaRPr lang="en-US" sz="1400" dirty="0">
              <a:solidFill>
                <a:schemeClr val="bg2">
                  <a:lumMod val="50000"/>
                </a:schemeClr>
              </a:solidFill>
              <a:latin typeface="Aptos" panose="020B0004020202020204" pitchFamily="34" charset="0"/>
            </a:endParaRPr>
          </a:p>
        </p:txBody>
      </p:sp>
      <p:sp>
        <p:nvSpPr>
          <p:cNvPr id="35" name="Shape 9">
            <a:extLst>
              <a:ext uri="{FF2B5EF4-FFF2-40B4-BE49-F238E27FC236}">
                <a16:creationId xmlns:a16="http://schemas.microsoft.com/office/drawing/2014/main" id="{80781427-3F39-B360-309B-57A8E1B20497}"/>
              </a:ext>
            </a:extLst>
          </p:cNvPr>
          <p:cNvSpPr/>
          <p:nvPr/>
        </p:nvSpPr>
        <p:spPr>
          <a:xfrm>
            <a:off x="4389120" y="1600200"/>
            <a:ext cx="3429000" cy="233172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D8E2EF">
                <a:alpha val="75000"/>
              </a:srgbClr>
            </a:solidFill>
            <a:prstDash val="solid"/>
          </a:ln>
          <a:effectLst>
            <a:outerShdw blurRad="25400" dist="50800" dir="2700000" algn="bl" rotWithShape="0">
              <a:srgbClr val="C7D6E7">
                <a:alpha val="22000"/>
              </a:srgbClr>
            </a:outerShdw>
          </a:effectLst>
        </p:spPr>
        <p:txBody>
          <a:bodyPr/>
          <a:lstStyle/>
          <a:p>
            <a:endParaRPr lang="en-PH"/>
          </a:p>
        </p:txBody>
      </p:sp>
      <p:sp>
        <p:nvSpPr>
          <p:cNvPr id="39" name="Shape 10">
            <a:extLst>
              <a:ext uri="{FF2B5EF4-FFF2-40B4-BE49-F238E27FC236}">
                <a16:creationId xmlns:a16="http://schemas.microsoft.com/office/drawing/2014/main" id="{B6979C00-73D4-32E9-E006-1CBE0102525D}"/>
              </a:ext>
            </a:extLst>
          </p:cNvPr>
          <p:cNvSpPr/>
          <p:nvPr/>
        </p:nvSpPr>
        <p:spPr>
          <a:xfrm>
            <a:off x="4485497" y="1712688"/>
            <a:ext cx="685800" cy="685800"/>
          </a:xfrm>
          <a:prstGeom prst="ellipse">
            <a:avLst/>
          </a:prstGeom>
          <a:solidFill>
            <a:schemeClr val="accent6">
              <a:lumMod val="40000"/>
              <a:lumOff val="60000"/>
            </a:schemeClr>
          </a:solidFill>
          <a:ln w="12700">
            <a:solidFill>
              <a:schemeClr val="accent6">
                <a:lumMod val="40000"/>
                <a:lumOff val="60000"/>
              </a:schemeClr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43" name="Text 11">
            <a:extLst>
              <a:ext uri="{FF2B5EF4-FFF2-40B4-BE49-F238E27FC236}">
                <a16:creationId xmlns:a16="http://schemas.microsoft.com/office/drawing/2014/main" id="{8947DA67-5A51-B1D1-78BD-822771314DBE}"/>
              </a:ext>
            </a:extLst>
          </p:cNvPr>
          <p:cNvSpPr/>
          <p:nvPr/>
        </p:nvSpPr>
        <p:spPr>
          <a:xfrm>
            <a:off x="4485497" y="1822416"/>
            <a:ext cx="685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ysClr val="windowText" lastClr="0000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800" dirty="0">
              <a:solidFill>
                <a:sysClr val="windowText" lastClr="000000"/>
              </a:solidFill>
            </a:endParaRPr>
          </a:p>
        </p:txBody>
      </p:sp>
      <p:sp>
        <p:nvSpPr>
          <p:cNvPr id="46" name="Text 12">
            <a:extLst>
              <a:ext uri="{FF2B5EF4-FFF2-40B4-BE49-F238E27FC236}">
                <a16:creationId xmlns:a16="http://schemas.microsoft.com/office/drawing/2014/main" id="{B089D421-7C94-114F-16D4-A67359C1E5D8}"/>
              </a:ext>
            </a:extLst>
          </p:cNvPr>
          <p:cNvSpPr/>
          <p:nvPr/>
        </p:nvSpPr>
        <p:spPr>
          <a:xfrm>
            <a:off x="5297714" y="1805724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b="1" dirty="0">
                <a:solidFill>
                  <a:schemeClr val="bg2">
                    <a:lumMod val="50000"/>
                  </a:schemeClr>
                </a:solidFill>
                <a:latin typeface="Aptos" panose="020B0004020202020204" pitchFamily="34" charset="0"/>
                <a:ea typeface="Arial" pitchFamily="34" charset="-122"/>
                <a:cs typeface="Arial" pitchFamily="34" charset="-120"/>
              </a:rPr>
              <a:t>Data science task</a:t>
            </a:r>
            <a:endParaRPr lang="en-US" dirty="0">
              <a:solidFill>
                <a:schemeClr val="bg2">
                  <a:lumMod val="50000"/>
                </a:schemeClr>
              </a:solidFill>
              <a:latin typeface="Aptos" panose="020B0004020202020204" pitchFamily="34" charset="0"/>
            </a:endParaRPr>
          </a:p>
        </p:txBody>
      </p:sp>
      <p:sp>
        <p:nvSpPr>
          <p:cNvPr id="49" name="Text 13">
            <a:extLst>
              <a:ext uri="{FF2B5EF4-FFF2-40B4-BE49-F238E27FC236}">
                <a16:creationId xmlns:a16="http://schemas.microsoft.com/office/drawing/2014/main" id="{8DC64083-B6FF-FB85-74F8-3E78547F93BE}"/>
              </a:ext>
            </a:extLst>
          </p:cNvPr>
          <p:cNvSpPr/>
          <p:nvPr/>
        </p:nvSpPr>
        <p:spPr>
          <a:xfrm>
            <a:off x="4780280" y="2252256"/>
            <a:ext cx="2809966" cy="11887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Autofit/>
          </a:bodyPr>
          <a:lstStyle/>
          <a:p>
            <a:pPr marL="0" indent="0" algn="just">
              <a:buNone/>
            </a:pP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Aptos" panose="020B0004020202020204" pitchFamily="34" charset="0"/>
                <a:ea typeface="Arial" pitchFamily="34" charset="-122"/>
                <a:cs typeface="Arial" pitchFamily="34" charset="-120"/>
              </a:rPr>
              <a:t>Supervised binary classification using fraud_bool as the target: 1 = fraud, 0 = legitimate.</a:t>
            </a:r>
            <a:endParaRPr lang="en-US" sz="1400" dirty="0">
              <a:solidFill>
                <a:schemeClr val="bg2">
                  <a:lumMod val="50000"/>
                </a:schemeClr>
              </a:solidFill>
              <a:latin typeface="Aptos" panose="020B0004020202020204" pitchFamily="34" charset="0"/>
            </a:endParaRPr>
          </a:p>
        </p:txBody>
      </p:sp>
      <p:sp>
        <p:nvSpPr>
          <p:cNvPr id="51" name="Shape 14">
            <a:extLst>
              <a:ext uri="{FF2B5EF4-FFF2-40B4-BE49-F238E27FC236}">
                <a16:creationId xmlns:a16="http://schemas.microsoft.com/office/drawing/2014/main" id="{52F2053A-97E7-8ACF-1AF1-DCE94660953D}"/>
              </a:ext>
            </a:extLst>
          </p:cNvPr>
          <p:cNvSpPr/>
          <p:nvPr/>
        </p:nvSpPr>
        <p:spPr>
          <a:xfrm>
            <a:off x="8138160" y="1600200"/>
            <a:ext cx="3429000" cy="233172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D8E2EF">
                <a:alpha val="75000"/>
              </a:srgbClr>
            </a:solidFill>
            <a:prstDash val="solid"/>
          </a:ln>
          <a:effectLst>
            <a:outerShdw blurRad="25400" dist="50800" dir="2700000" algn="bl" rotWithShape="0">
              <a:srgbClr val="C7D6E7">
                <a:alpha val="22000"/>
              </a:srgbClr>
            </a:outerShdw>
          </a:effectLst>
        </p:spPr>
        <p:txBody>
          <a:bodyPr/>
          <a:lstStyle/>
          <a:p>
            <a:endParaRPr lang="en-PH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53" name="Shape 15">
            <a:extLst>
              <a:ext uri="{FF2B5EF4-FFF2-40B4-BE49-F238E27FC236}">
                <a16:creationId xmlns:a16="http://schemas.microsoft.com/office/drawing/2014/main" id="{9B2EB197-4C3F-EFFE-BF09-350D33AB7D86}"/>
              </a:ext>
            </a:extLst>
          </p:cNvPr>
          <p:cNvSpPr/>
          <p:nvPr/>
        </p:nvSpPr>
        <p:spPr>
          <a:xfrm>
            <a:off x="8234537" y="1712688"/>
            <a:ext cx="685800" cy="685800"/>
          </a:xfrm>
          <a:prstGeom prst="ellipse">
            <a:avLst/>
          </a:prstGeom>
          <a:solidFill>
            <a:srgbClr val="7030A0"/>
          </a:solidFill>
          <a:ln w="12700">
            <a:solidFill>
              <a:srgbClr val="7030A0"/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55" name="Text 16">
            <a:extLst>
              <a:ext uri="{FF2B5EF4-FFF2-40B4-BE49-F238E27FC236}">
                <a16:creationId xmlns:a16="http://schemas.microsoft.com/office/drawing/2014/main" id="{E218D993-461C-E8F6-3C7F-4C85DF2DFD85}"/>
              </a:ext>
            </a:extLst>
          </p:cNvPr>
          <p:cNvSpPr/>
          <p:nvPr/>
        </p:nvSpPr>
        <p:spPr>
          <a:xfrm>
            <a:off x="8234537" y="1822416"/>
            <a:ext cx="685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800" dirty="0"/>
          </a:p>
        </p:txBody>
      </p:sp>
      <p:sp>
        <p:nvSpPr>
          <p:cNvPr id="57" name="Text 17">
            <a:extLst>
              <a:ext uri="{FF2B5EF4-FFF2-40B4-BE49-F238E27FC236}">
                <a16:creationId xmlns:a16="http://schemas.microsoft.com/office/drawing/2014/main" id="{3838F017-3B00-4B1D-C32F-6154CA94707C}"/>
              </a:ext>
            </a:extLst>
          </p:cNvPr>
          <p:cNvSpPr/>
          <p:nvPr/>
        </p:nvSpPr>
        <p:spPr>
          <a:xfrm>
            <a:off x="9046754" y="1805724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b="1" dirty="0">
                <a:solidFill>
                  <a:schemeClr val="bg2">
                    <a:lumMod val="50000"/>
                  </a:schemeClr>
                </a:solidFill>
                <a:latin typeface="Aptos" panose="020B0004020202020204" pitchFamily="34" charset="0"/>
                <a:ea typeface="Arial" pitchFamily="34" charset="-122"/>
                <a:cs typeface="Arial" pitchFamily="34" charset="-120"/>
              </a:rPr>
              <a:t>Operating policy</a:t>
            </a:r>
            <a:endParaRPr lang="en-US" dirty="0">
              <a:solidFill>
                <a:schemeClr val="bg2">
                  <a:lumMod val="50000"/>
                </a:schemeClr>
              </a:solidFill>
              <a:latin typeface="Aptos" panose="020B0004020202020204" pitchFamily="34" charset="0"/>
            </a:endParaRPr>
          </a:p>
        </p:txBody>
      </p:sp>
      <p:sp>
        <p:nvSpPr>
          <p:cNvPr id="59" name="Text 18">
            <a:extLst>
              <a:ext uri="{FF2B5EF4-FFF2-40B4-BE49-F238E27FC236}">
                <a16:creationId xmlns:a16="http://schemas.microsoft.com/office/drawing/2014/main" id="{9F8BEDB2-AC07-A0FB-FBD6-32A73592A1FA}"/>
              </a:ext>
            </a:extLst>
          </p:cNvPr>
          <p:cNvSpPr/>
          <p:nvPr/>
        </p:nvSpPr>
        <p:spPr>
          <a:xfrm>
            <a:off x="8546882" y="2371056"/>
            <a:ext cx="2809966" cy="11887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just">
              <a:buNone/>
            </a:pP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Aptos" panose="020B0004020202020204" pitchFamily="34" charset="0"/>
                <a:ea typeface="Arial" pitchFamily="34" charset="-122"/>
                <a:cs typeface="Arial" pitchFamily="34" charset="-120"/>
              </a:rPr>
              <a:t>Rank applications by fraud risk. Route the highest-risk 10% to human review; do not automatically reject.</a:t>
            </a:r>
            <a:endParaRPr lang="en-US" sz="1400" dirty="0">
              <a:solidFill>
                <a:schemeClr val="bg2">
                  <a:lumMod val="50000"/>
                </a:schemeClr>
              </a:solidFill>
              <a:latin typeface="Aptos" panose="020B0004020202020204" pitchFamily="34" charset="0"/>
            </a:endParaRPr>
          </a:p>
        </p:txBody>
      </p:sp>
      <p:sp>
        <p:nvSpPr>
          <p:cNvPr id="61" name="Shape 19">
            <a:extLst>
              <a:ext uri="{FF2B5EF4-FFF2-40B4-BE49-F238E27FC236}">
                <a16:creationId xmlns:a16="http://schemas.microsoft.com/office/drawing/2014/main" id="{23D5EAD3-71B4-1533-1190-DF38F9A824F2}"/>
              </a:ext>
            </a:extLst>
          </p:cNvPr>
          <p:cNvSpPr/>
          <p:nvPr/>
        </p:nvSpPr>
        <p:spPr>
          <a:xfrm>
            <a:off x="1267967" y="4370832"/>
            <a:ext cx="2103120" cy="1143000"/>
          </a:xfrm>
          <a:prstGeom prst="roundRect">
            <a:avLst>
              <a:gd name="adj" fmla="val 6400"/>
            </a:avLst>
          </a:prstGeom>
          <a:solidFill>
            <a:srgbClr val="0E55A7"/>
          </a:solidFill>
          <a:ln w="12700">
            <a:solidFill>
              <a:srgbClr val="0E55A7"/>
            </a:solidFill>
            <a:prstDash val="solid"/>
          </a:ln>
          <a:effectLst>
            <a:outerShdw blurRad="25400" dist="50800" dir="16200000" algn="bl" rotWithShape="0">
              <a:srgbClr val="C7D6E7">
                <a:alpha val="18000"/>
              </a:srgbClr>
            </a:outerShdw>
          </a:effectLst>
        </p:spPr>
        <p:txBody>
          <a:bodyPr/>
          <a:lstStyle/>
          <a:p>
            <a:endParaRPr lang="en-PH"/>
          </a:p>
        </p:txBody>
      </p:sp>
      <p:sp>
        <p:nvSpPr>
          <p:cNvPr id="63" name="Text 20">
            <a:extLst>
              <a:ext uri="{FF2B5EF4-FFF2-40B4-BE49-F238E27FC236}">
                <a16:creationId xmlns:a16="http://schemas.microsoft.com/office/drawing/2014/main" id="{E8E723AD-27D4-F4AD-87D4-6EB43B4AE9E8}"/>
              </a:ext>
            </a:extLst>
          </p:cNvPr>
          <p:cNvSpPr/>
          <p:nvPr/>
        </p:nvSpPr>
        <p:spPr>
          <a:xfrm>
            <a:off x="1469135" y="4381720"/>
            <a:ext cx="17007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chemeClr val="accent6">
                    <a:lumMod val="60000"/>
                    <a:lumOff val="40000"/>
                  </a:schemeClr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PR-AUC</a:t>
            </a:r>
            <a:endParaRPr lang="en-US" sz="26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65" name="Text 21">
            <a:extLst>
              <a:ext uri="{FF2B5EF4-FFF2-40B4-BE49-F238E27FC236}">
                <a16:creationId xmlns:a16="http://schemas.microsoft.com/office/drawing/2014/main" id="{509AD637-39D4-50CC-963E-55B7101919C7}"/>
              </a:ext>
            </a:extLst>
          </p:cNvPr>
          <p:cNvSpPr/>
          <p:nvPr/>
        </p:nvSpPr>
        <p:spPr>
          <a:xfrm>
            <a:off x="1455347" y="4818600"/>
            <a:ext cx="175811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latin typeface="Aptos" panose="020B0004020202020204" pitchFamily="34" charset="0"/>
                <a:ea typeface="Arial" pitchFamily="34" charset="-122"/>
                <a:cs typeface="Arial" pitchFamily="34" charset="-120"/>
              </a:rPr>
              <a:t>Primary metric: fraud is rare</a:t>
            </a:r>
            <a:endParaRPr lang="en-US" sz="1600" dirty="0">
              <a:latin typeface="Aptos" panose="020B0004020202020204" pitchFamily="34" charset="0"/>
            </a:endParaRPr>
          </a:p>
        </p:txBody>
      </p:sp>
      <p:sp>
        <p:nvSpPr>
          <p:cNvPr id="67" name="Shape 22">
            <a:extLst>
              <a:ext uri="{FF2B5EF4-FFF2-40B4-BE49-F238E27FC236}">
                <a16:creationId xmlns:a16="http://schemas.microsoft.com/office/drawing/2014/main" id="{8FFF36FF-272B-EBB3-C5AC-B095017EE145}"/>
              </a:ext>
            </a:extLst>
          </p:cNvPr>
          <p:cNvSpPr/>
          <p:nvPr/>
        </p:nvSpPr>
        <p:spPr>
          <a:xfrm>
            <a:off x="3672839" y="4370832"/>
            <a:ext cx="2103120" cy="1143000"/>
          </a:xfrm>
          <a:prstGeom prst="roundRect">
            <a:avLst>
              <a:gd name="adj" fmla="val 6400"/>
            </a:avLst>
          </a:prstGeom>
          <a:solidFill>
            <a:srgbClr val="0E55A7"/>
          </a:solidFill>
          <a:ln w="12700">
            <a:solidFill>
              <a:srgbClr val="0E55A7"/>
            </a:solidFill>
            <a:prstDash val="solid"/>
          </a:ln>
          <a:effectLst>
            <a:outerShdw blurRad="25400" dist="50800" dir="16200000" algn="bl" rotWithShape="0">
              <a:srgbClr val="C7D6E7">
                <a:alpha val="18000"/>
              </a:srgbClr>
            </a:outerShdw>
          </a:effectLst>
        </p:spPr>
        <p:txBody>
          <a:bodyPr/>
          <a:lstStyle/>
          <a:p>
            <a:endParaRPr lang="en-PH"/>
          </a:p>
        </p:txBody>
      </p:sp>
      <p:sp>
        <p:nvSpPr>
          <p:cNvPr id="69" name="Text 23">
            <a:extLst>
              <a:ext uri="{FF2B5EF4-FFF2-40B4-BE49-F238E27FC236}">
                <a16:creationId xmlns:a16="http://schemas.microsoft.com/office/drawing/2014/main" id="{550A7EE5-FE71-FD5A-64D5-B2FA2B6B5DEE}"/>
              </a:ext>
            </a:extLst>
          </p:cNvPr>
          <p:cNvSpPr/>
          <p:nvPr/>
        </p:nvSpPr>
        <p:spPr>
          <a:xfrm>
            <a:off x="3874007" y="4381720"/>
            <a:ext cx="17007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chemeClr val="accent6">
                    <a:lumMod val="60000"/>
                    <a:lumOff val="40000"/>
                  </a:schemeClr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Top 10%</a:t>
            </a:r>
            <a:endParaRPr lang="en-US" sz="26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71" name="Text 24">
            <a:extLst>
              <a:ext uri="{FF2B5EF4-FFF2-40B4-BE49-F238E27FC236}">
                <a16:creationId xmlns:a16="http://schemas.microsoft.com/office/drawing/2014/main" id="{FF9EFBF4-AB73-4736-108E-384316F60FDF}"/>
              </a:ext>
            </a:extLst>
          </p:cNvPr>
          <p:cNvSpPr/>
          <p:nvPr/>
        </p:nvSpPr>
        <p:spPr>
          <a:xfrm>
            <a:off x="3934099" y="4818600"/>
            <a:ext cx="1691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latin typeface="Aptos" panose="020B0004020202020204" pitchFamily="34" charset="0"/>
                <a:ea typeface="Arial" pitchFamily="34" charset="-122"/>
                <a:cs typeface="Arial" pitchFamily="34" charset="-120"/>
              </a:rPr>
              <a:t>Review-capacity scenario</a:t>
            </a:r>
            <a:endParaRPr lang="en-US" sz="1600" dirty="0">
              <a:latin typeface="Aptos" panose="020B0004020202020204" pitchFamily="34" charset="0"/>
            </a:endParaRPr>
          </a:p>
        </p:txBody>
      </p:sp>
      <p:sp>
        <p:nvSpPr>
          <p:cNvPr id="73" name="Shape 25">
            <a:extLst>
              <a:ext uri="{FF2B5EF4-FFF2-40B4-BE49-F238E27FC236}">
                <a16:creationId xmlns:a16="http://schemas.microsoft.com/office/drawing/2014/main" id="{946C0D54-EEE8-D84E-4786-2423467C19DF}"/>
              </a:ext>
            </a:extLst>
          </p:cNvPr>
          <p:cNvSpPr/>
          <p:nvPr/>
        </p:nvSpPr>
        <p:spPr>
          <a:xfrm>
            <a:off x="6077711" y="4370832"/>
            <a:ext cx="2103120" cy="1143000"/>
          </a:xfrm>
          <a:prstGeom prst="roundRect">
            <a:avLst>
              <a:gd name="adj" fmla="val 6400"/>
            </a:avLst>
          </a:prstGeom>
          <a:solidFill>
            <a:srgbClr val="0E55A7"/>
          </a:solidFill>
          <a:ln w="12700">
            <a:solidFill>
              <a:srgbClr val="0E55A7"/>
            </a:solidFill>
            <a:prstDash val="solid"/>
          </a:ln>
          <a:effectLst>
            <a:outerShdw blurRad="25400" dist="50800" dir="16200000" algn="bl" rotWithShape="0">
              <a:srgbClr val="C7D6E7">
                <a:alpha val="18000"/>
              </a:srgbClr>
            </a:outerShdw>
          </a:effectLst>
        </p:spPr>
        <p:txBody>
          <a:bodyPr/>
          <a:lstStyle/>
          <a:p>
            <a:endParaRPr lang="en-PH"/>
          </a:p>
        </p:txBody>
      </p:sp>
      <p:sp>
        <p:nvSpPr>
          <p:cNvPr id="75" name="Text 26">
            <a:extLst>
              <a:ext uri="{FF2B5EF4-FFF2-40B4-BE49-F238E27FC236}">
                <a16:creationId xmlns:a16="http://schemas.microsoft.com/office/drawing/2014/main" id="{DDFB4285-621C-0E70-A353-093BAB4BEC9F}"/>
              </a:ext>
            </a:extLst>
          </p:cNvPr>
          <p:cNvSpPr/>
          <p:nvPr/>
        </p:nvSpPr>
        <p:spPr>
          <a:xfrm>
            <a:off x="6278879" y="4381720"/>
            <a:ext cx="17007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85000" lnSpcReduction="10000"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chemeClr val="accent6">
                    <a:lumMod val="60000"/>
                    <a:lumOff val="40000"/>
                  </a:schemeClr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Net Benefit</a:t>
            </a:r>
            <a:endParaRPr lang="en-US" sz="26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77" name="Text 27">
            <a:extLst>
              <a:ext uri="{FF2B5EF4-FFF2-40B4-BE49-F238E27FC236}">
                <a16:creationId xmlns:a16="http://schemas.microsoft.com/office/drawing/2014/main" id="{57814F5F-33C3-26F6-E43E-6F5D0A3C33E1}"/>
              </a:ext>
            </a:extLst>
          </p:cNvPr>
          <p:cNvSpPr/>
          <p:nvPr/>
        </p:nvSpPr>
        <p:spPr>
          <a:xfrm>
            <a:off x="6278879" y="4818600"/>
            <a:ext cx="1691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latin typeface="Aptos" panose="020B0004020202020204" pitchFamily="34" charset="0"/>
                <a:ea typeface="Arial" pitchFamily="34" charset="-122"/>
                <a:cs typeface="Arial" pitchFamily="34" charset="-120"/>
              </a:rPr>
              <a:t>Business KPI estimate</a:t>
            </a:r>
            <a:endParaRPr lang="en-US" sz="1600" dirty="0">
              <a:latin typeface="Aptos" panose="020B0004020202020204" pitchFamily="34" charset="0"/>
            </a:endParaRPr>
          </a:p>
        </p:txBody>
      </p:sp>
      <p:sp>
        <p:nvSpPr>
          <p:cNvPr id="79" name="Shape 28">
            <a:extLst>
              <a:ext uri="{FF2B5EF4-FFF2-40B4-BE49-F238E27FC236}">
                <a16:creationId xmlns:a16="http://schemas.microsoft.com/office/drawing/2014/main" id="{7146F17C-27E8-341C-8213-3E95F7B88219}"/>
              </a:ext>
            </a:extLst>
          </p:cNvPr>
          <p:cNvSpPr/>
          <p:nvPr/>
        </p:nvSpPr>
        <p:spPr>
          <a:xfrm>
            <a:off x="8482583" y="4370832"/>
            <a:ext cx="2103120" cy="1143000"/>
          </a:xfrm>
          <a:prstGeom prst="roundRect">
            <a:avLst>
              <a:gd name="adj" fmla="val 6400"/>
            </a:avLst>
          </a:prstGeom>
          <a:solidFill>
            <a:srgbClr val="0E55A7"/>
          </a:solidFill>
          <a:ln w="12700">
            <a:solidFill>
              <a:srgbClr val="0E55A7"/>
            </a:solidFill>
            <a:prstDash val="solid"/>
          </a:ln>
          <a:effectLst>
            <a:outerShdw blurRad="25400" dist="50800" dir="16200000" algn="bl" rotWithShape="0">
              <a:srgbClr val="C7D6E7">
                <a:alpha val="18000"/>
              </a:srgbClr>
            </a:outerShdw>
          </a:effectLst>
        </p:spPr>
        <p:txBody>
          <a:bodyPr/>
          <a:lstStyle/>
          <a:p>
            <a:endParaRPr lang="en-PH"/>
          </a:p>
        </p:txBody>
      </p:sp>
      <p:sp>
        <p:nvSpPr>
          <p:cNvPr id="81" name="Text 29">
            <a:extLst>
              <a:ext uri="{FF2B5EF4-FFF2-40B4-BE49-F238E27FC236}">
                <a16:creationId xmlns:a16="http://schemas.microsoft.com/office/drawing/2014/main" id="{32AB6B4E-E4C1-CA50-EFC0-88CAD3BEA9B2}"/>
              </a:ext>
            </a:extLst>
          </p:cNvPr>
          <p:cNvSpPr/>
          <p:nvPr/>
        </p:nvSpPr>
        <p:spPr>
          <a:xfrm>
            <a:off x="8683751" y="4381720"/>
            <a:ext cx="17007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chemeClr val="accent6">
                    <a:lumMod val="60000"/>
                    <a:lumOff val="40000"/>
                  </a:schemeClr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Fairness</a:t>
            </a:r>
            <a:endParaRPr lang="en-US" sz="26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83" name="Text 30">
            <a:extLst>
              <a:ext uri="{FF2B5EF4-FFF2-40B4-BE49-F238E27FC236}">
                <a16:creationId xmlns:a16="http://schemas.microsoft.com/office/drawing/2014/main" id="{889FA308-A188-0065-8710-11331E69DF78}"/>
              </a:ext>
            </a:extLst>
          </p:cNvPr>
          <p:cNvSpPr/>
          <p:nvPr/>
        </p:nvSpPr>
        <p:spPr>
          <a:xfrm>
            <a:off x="8683751" y="4832971"/>
            <a:ext cx="1691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latin typeface="Aptos" panose="020B0004020202020204" pitchFamily="34" charset="0"/>
                <a:ea typeface="Arial" pitchFamily="34" charset="-122"/>
                <a:cs typeface="Arial" pitchFamily="34" charset="-120"/>
              </a:rPr>
              <a:t>Subgroup audit required</a:t>
            </a:r>
            <a:endParaRPr lang="en-US" sz="1600" dirty="0"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0220337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084AD72-7AA8-96CB-A0F4-382DC52CC0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D8143F68-E86C-2B74-6FAE-61ABB5E8DD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10" name="Text 3">
            <a:extLst>
              <a:ext uri="{FF2B5EF4-FFF2-40B4-BE49-F238E27FC236}">
                <a16:creationId xmlns:a16="http://schemas.microsoft.com/office/drawing/2014/main" id="{2A9624CD-C3A8-FC25-5412-9D54399CAE25}"/>
              </a:ext>
            </a:extLst>
          </p:cNvPr>
          <p:cNvSpPr/>
          <p:nvPr/>
        </p:nvSpPr>
        <p:spPr>
          <a:xfrm>
            <a:off x="11567160" y="6473952"/>
            <a:ext cx="228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50" dirty="0"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65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169905C6-5B99-BB22-1AC6-03FC7DA190DF}"/>
              </a:ext>
            </a:extLst>
          </p:cNvPr>
          <p:cNvSpPr/>
          <p:nvPr/>
        </p:nvSpPr>
        <p:spPr>
          <a:xfrm>
            <a:off x="396240" y="6335776"/>
            <a:ext cx="6217920" cy="440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>
                    <a:lumMod val="85000"/>
                  </a:schemeClr>
                </a:solidFill>
                <a:latin typeface="Aptos" panose="020B0004020202020204" pitchFamily="34" charset="0"/>
                <a:ea typeface="Arial" pitchFamily="34" charset="-122"/>
                <a:cs typeface="Arial" pitchFamily="34" charset="-120"/>
              </a:rPr>
              <a:t>Bank Account Fraud Detection | Technical Presentation</a:t>
            </a:r>
            <a:endParaRPr lang="en-US" sz="1400" dirty="0">
              <a:solidFill>
                <a:schemeClr val="tx1">
                  <a:lumMod val="85000"/>
                </a:schemeClr>
              </a:solidFill>
              <a:latin typeface="Aptos" panose="020B0004020202020204" pitchFamily="34" charset="0"/>
            </a:endParaRPr>
          </a:p>
        </p:txBody>
      </p:sp>
      <p:sp>
        <p:nvSpPr>
          <p:cNvPr id="7" name="Text 0">
            <a:extLst>
              <a:ext uri="{FF2B5EF4-FFF2-40B4-BE49-F238E27FC236}">
                <a16:creationId xmlns:a16="http://schemas.microsoft.com/office/drawing/2014/main" id="{2B4F74C2-9D92-D5FC-618A-15A1F797BCD5}"/>
              </a:ext>
            </a:extLst>
          </p:cNvPr>
          <p:cNvSpPr/>
          <p:nvPr/>
        </p:nvSpPr>
        <p:spPr>
          <a:xfrm>
            <a:off x="566928" y="411480"/>
            <a:ext cx="10515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tx1">
                    <a:lumMod val="95000"/>
                  </a:schemeClr>
                </a:solidFill>
                <a:latin typeface="Aptos" panose="020B0004020202020204" pitchFamily="34" charset="0"/>
                <a:ea typeface="Arial" pitchFamily="34" charset="-122"/>
                <a:cs typeface="Arial" pitchFamily="34" charset="-120"/>
              </a:rPr>
              <a:t>02  ·  DATA  &amp;  FEATURE  ENGINEERING</a:t>
            </a:r>
            <a:endParaRPr lang="en-US" sz="2000" dirty="0">
              <a:solidFill>
                <a:schemeClr val="tx1">
                  <a:lumMod val="95000"/>
                </a:schemeClr>
              </a:solidFill>
              <a:latin typeface="Aptos" panose="020B0004020202020204" pitchFamily="34" charset="0"/>
            </a:endParaRPr>
          </a:p>
        </p:txBody>
      </p:sp>
      <p:sp>
        <p:nvSpPr>
          <p:cNvPr id="11" name="Text 1">
            <a:extLst>
              <a:ext uri="{FF2B5EF4-FFF2-40B4-BE49-F238E27FC236}">
                <a16:creationId xmlns:a16="http://schemas.microsoft.com/office/drawing/2014/main" id="{CC691DFA-74A9-21A7-01B6-2802FBCAAC47}"/>
              </a:ext>
            </a:extLst>
          </p:cNvPr>
          <p:cNvSpPr/>
          <p:nvPr/>
        </p:nvSpPr>
        <p:spPr>
          <a:xfrm>
            <a:off x="566928" y="786384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chemeClr val="accent6">
                    <a:lumMod val="60000"/>
                    <a:lumOff val="40000"/>
                  </a:schemeClr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Dataset Strategy and Preprocessing</a:t>
            </a:r>
            <a:endParaRPr lang="en-US" sz="28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15" name="Text 2">
            <a:extLst>
              <a:ext uri="{FF2B5EF4-FFF2-40B4-BE49-F238E27FC236}">
                <a16:creationId xmlns:a16="http://schemas.microsoft.com/office/drawing/2014/main" id="{F5F1D64D-9074-F445-142A-AFA90398B9E4}"/>
              </a:ext>
            </a:extLst>
          </p:cNvPr>
          <p:cNvSpPr/>
          <p:nvPr/>
        </p:nvSpPr>
        <p:spPr>
          <a:xfrm>
            <a:off x="836892" y="1397070"/>
            <a:ext cx="10607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i="1" dirty="0">
                <a:solidFill>
                  <a:schemeClr val="tx1">
                    <a:lumMod val="95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 for development; Variant II for robustness and fairness stress testing.</a:t>
            </a:r>
            <a:endParaRPr lang="en-US" sz="1200" dirty="0">
              <a:solidFill>
                <a:schemeClr val="tx1">
                  <a:lumMod val="95000"/>
                </a:schemeClr>
              </a:solidFill>
            </a:endParaRPr>
          </a:p>
        </p:txBody>
      </p:sp>
      <p:sp>
        <p:nvSpPr>
          <p:cNvPr id="19" name="Shape 5">
            <a:extLst>
              <a:ext uri="{FF2B5EF4-FFF2-40B4-BE49-F238E27FC236}">
                <a16:creationId xmlns:a16="http://schemas.microsoft.com/office/drawing/2014/main" id="{D5C93DF0-0749-D963-94ED-689E554EB4F9}"/>
              </a:ext>
            </a:extLst>
          </p:cNvPr>
          <p:cNvSpPr/>
          <p:nvPr/>
        </p:nvSpPr>
        <p:spPr>
          <a:xfrm>
            <a:off x="772884" y="1745340"/>
            <a:ext cx="2286000" cy="1143000"/>
          </a:xfrm>
          <a:prstGeom prst="roundRect">
            <a:avLst>
              <a:gd name="adj" fmla="val 6400"/>
            </a:avLst>
          </a:prstGeom>
          <a:solidFill>
            <a:srgbClr val="0E55A7"/>
          </a:solidFill>
          <a:ln w="12700">
            <a:solidFill>
              <a:srgbClr val="0E55A7"/>
            </a:solidFill>
            <a:prstDash val="solid"/>
          </a:ln>
          <a:effectLst>
            <a:outerShdw blurRad="25400" dist="50800" dir="16200000" algn="bl" rotWithShape="0">
              <a:srgbClr val="C7D6E7">
                <a:alpha val="18000"/>
              </a:srgbClr>
            </a:outerShdw>
          </a:effectLst>
        </p:spPr>
        <p:txBody>
          <a:bodyPr/>
          <a:lstStyle/>
          <a:p>
            <a:endParaRPr lang="en-PH">
              <a:solidFill>
                <a:srgbClr val="FFFF00"/>
              </a:solidFill>
            </a:endParaRPr>
          </a:p>
        </p:txBody>
      </p:sp>
      <p:sp>
        <p:nvSpPr>
          <p:cNvPr id="23" name="Text 6">
            <a:extLst>
              <a:ext uri="{FF2B5EF4-FFF2-40B4-BE49-F238E27FC236}">
                <a16:creationId xmlns:a16="http://schemas.microsoft.com/office/drawing/2014/main" id="{39769752-82FB-659E-662C-51E80BEA3E9A}"/>
              </a:ext>
            </a:extLst>
          </p:cNvPr>
          <p:cNvSpPr/>
          <p:nvPr/>
        </p:nvSpPr>
        <p:spPr>
          <a:xfrm>
            <a:off x="974052" y="1785257"/>
            <a:ext cx="18836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FFC0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1,000,000</a:t>
            </a:r>
            <a:endParaRPr lang="en-US" sz="2600" dirty="0">
              <a:solidFill>
                <a:srgbClr val="FFC000"/>
              </a:solidFill>
            </a:endParaRPr>
          </a:p>
        </p:txBody>
      </p:sp>
      <p:sp>
        <p:nvSpPr>
          <p:cNvPr id="27" name="Text 7">
            <a:extLst>
              <a:ext uri="{FF2B5EF4-FFF2-40B4-BE49-F238E27FC236}">
                <a16:creationId xmlns:a16="http://schemas.microsoft.com/office/drawing/2014/main" id="{C3778C46-291C-4CA7-22A8-8989CAD2603B}"/>
              </a:ext>
            </a:extLst>
          </p:cNvPr>
          <p:cNvSpPr/>
          <p:nvPr/>
        </p:nvSpPr>
        <p:spPr>
          <a:xfrm>
            <a:off x="1001484" y="2164079"/>
            <a:ext cx="1874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chemeClr val="tx1">
                    <a:lumMod val="95000"/>
                  </a:schemeClr>
                </a:solidFill>
                <a:latin typeface="Aptos" panose="020B0004020202020204" pitchFamily="34" charset="0"/>
                <a:ea typeface="Arial" pitchFamily="34" charset="-122"/>
                <a:cs typeface="Arial" pitchFamily="34" charset="-120"/>
              </a:rPr>
              <a:t>records in Base.csv</a:t>
            </a:r>
            <a:endParaRPr lang="en-US" sz="1600" dirty="0">
              <a:solidFill>
                <a:schemeClr val="tx1">
                  <a:lumMod val="95000"/>
                </a:schemeClr>
              </a:solidFill>
              <a:latin typeface="Aptos" panose="020B0004020202020204" pitchFamily="34" charset="0"/>
            </a:endParaRPr>
          </a:p>
        </p:txBody>
      </p:sp>
      <p:sp>
        <p:nvSpPr>
          <p:cNvPr id="31" name="Shape 8">
            <a:extLst>
              <a:ext uri="{FF2B5EF4-FFF2-40B4-BE49-F238E27FC236}">
                <a16:creationId xmlns:a16="http://schemas.microsoft.com/office/drawing/2014/main" id="{215D91E5-18DD-E3D6-2C09-75C3E1F5FE52}"/>
              </a:ext>
            </a:extLst>
          </p:cNvPr>
          <p:cNvSpPr/>
          <p:nvPr/>
        </p:nvSpPr>
        <p:spPr>
          <a:xfrm>
            <a:off x="3333204" y="1745340"/>
            <a:ext cx="2286000" cy="1143000"/>
          </a:xfrm>
          <a:prstGeom prst="roundRect">
            <a:avLst>
              <a:gd name="adj" fmla="val 6400"/>
            </a:avLst>
          </a:prstGeom>
          <a:solidFill>
            <a:srgbClr val="0E55A7"/>
          </a:solidFill>
          <a:ln w="12700">
            <a:solidFill>
              <a:srgbClr val="0E55A7"/>
            </a:solidFill>
            <a:prstDash val="solid"/>
          </a:ln>
          <a:effectLst>
            <a:outerShdw blurRad="25400" dist="50800" dir="16200000" algn="bl" rotWithShape="0">
              <a:srgbClr val="C7D6E7">
                <a:alpha val="18000"/>
              </a:srgbClr>
            </a:outerShdw>
          </a:effectLst>
        </p:spPr>
        <p:txBody>
          <a:bodyPr/>
          <a:lstStyle/>
          <a:p>
            <a:endParaRPr lang="en-PH">
              <a:solidFill>
                <a:srgbClr val="FFFF00"/>
              </a:solidFill>
            </a:endParaRPr>
          </a:p>
        </p:txBody>
      </p:sp>
      <p:sp>
        <p:nvSpPr>
          <p:cNvPr id="35" name="Text 9">
            <a:extLst>
              <a:ext uri="{FF2B5EF4-FFF2-40B4-BE49-F238E27FC236}">
                <a16:creationId xmlns:a16="http://schemas.microsoft.com/office/drawing/2014/main" id="{47FCD2A4-FEED-FA7E-C2D6-58523E692B61}"/>
              </a:ext>
            </a:extLst>
          </p:cNvPr>
          <p:cNvSpPr/>
          <p:nvPr/>
        </p:nvSpPr>
        <p:spPr>
          <a:xfrm>
            <a:off x="3534372" y="1785257"/>
            <a:ext cx="18836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FFC0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1.10%</a:t>
            </a:r>
            <a:endParaRPr lang="en-US" sz="2600" dirty="0">
              <a:solidFill>
                <a:srgbClr val="FFC000"/>
              </a:solidFill>
            </a:endParaRPr>
          </a:p>
        </p:txBody>
      </p:sp>
      <p:sp>
        <p:nvSpPr>
          <p:cNvPr id="39" name="Text 10">
            <a:extLst>
              <a:ext uri="{FF2B5EF4-FFF2-40B4-BE49-F238E27FC236}">
                <a16:creationId xmlns:a16="http://schemas.microsoft.com/office/drawing/2014/main" id="{CE988281-98DC-1B73-B1B8-6F0A48B5E720}"/>
              </a:ext>
            </a:extLst>
          </p:cNvPr>
          <p:cNvSpPr/>
          <p:nvPr/>
        </p:nvSpPr>
        <p:spPr>
          <a:xfrm>
            <a:off x="3561804" y="2164079"/>
            <a:ext cx="1874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chemeClr val="tx1">
                    <a:lumMod val="95000"/>
                  </a:schemeClr>
                </a:solidFill>
                <a:latin typeface="Aptos" panose="020B0004020202020204" pitchFamily="34" charset="0"/>
                <a:ea typeface="Arial" pitchFamily="34" charset="-122"/>
                <a:cs typeface="Arial" pitchFamily="34" charset="-120"/>
              </a:rPr>
              <a:t>overall fraud prevalence</a:t>
            </a:r>
            <a:endParaRPr lang="en-US" sz="1600" dirty="0">
              <a:solidFill>
                <a:schemeClr val="tx1">
                  <a:lumMod val="95000"/>
                </a:schemeClr>
              </a:solidFill>
              <a:latin typeface="Aptos" panose="020B0004020202020204" pitchFamily="34" charset="0"/>
            </a:endParaRPr>
          </a:p>
        </p:txBody>
      </p:sp>
      <p:sp>
        <p:nvSpPr>
          <p:cNvPr id="43" name="Shape 11">
            <a:extLst>
              <a:ext uri="{FF2B5EF4-FFF2-40B4-BE49-F238E27FC236}">
                <a16:creationId xmlns:a16="http://schemas.microsoft.com/office/drawing/2014/main" id="{26E9343D-FBE8-BB01-6F1B-EA69668E681A}"/>
              </a:ext>
            </a:extLst>
          </p:cNvPr>
          <p:cNvSpPr/>
          <p:nvPr/>
        </p:nvSpPr>
        <p:spPr>
          <a:xfrm>
            <a:off x="5893524" y="1745340"/>
            <a:ext cx="2286000" cy="1143000"/>
          </a:xfrm>
          <a:prstGeom prst="roundRect">
            <a:avLst>
              <a:gd name="adj" fmla="val 6400"/>
            </a:avLst>
          </a:prstGeom>
          <a:solidFill>
            <a:srgbClr val="0E55A7"/>
          </a:solidFill>
          <a:ln w="12700">
            <a:solidFill>
              <a:srgbClr val="0E55A7"/>
            </a:solidFill>
            <a:prstDash val="solid"/>
          </a:ln>
          <a:effectLst>
            <a:outerShdw blurRad="25400" dist="50800" dir="16200000" algn="bl" rotWithShape="0">
              <a:srgbClr val="C7D6E7">
                <a:alpha val="18000"/>
              </a:srgbClr>
            </a:outerShdw>
          </a:effectLst>
        </p:spPr>
        <p:txBody>
          <a:bodyPr/>
          <a:lstStyle/>
          <a:p>
            <a:endParaRPr lang="en-PH">
              <a:solidFill>
                <a:srgbClr val="FFFF00"/>
              </a:solidFill>
            </a:endParaRPr>
          </a:p>
        </p:txBody>
      </p:sp>
      <p:sp>
        <p:nvSpPr>
          <p:cNvPr id="46" name="Text 12">
            <a:extLst>
              <a:ext uri="{FF2B5EF4-FFF2-40B4-BE49-F238E27FC236}">
                <a16:creationId xmlns:a16="http://schemas.microsoft.com/office/drawing/2014/main" id="{D6154162-CC3D-612D-E3F4-368D543E1C96}"/>
              </a:ext>
            </a:extLst>
          </p:cNvPr>
          <p:cNvSpPr/>
          <p:nvPr/>
        </p:nvSpPr>
        <p:spPr>
          <a:xfrm>
            <a:off x="6094692" y="1785257"/>
            <a:ext cx="18836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FFC0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53</a:t>
            </a:r>
            <a:endParaRPr lang="en-US" sz="2600" dirty="0">
              <a:solidFill>
                <a:srgbClr val="FFC000"/>
              </a:solidFill>
            </a:endParaRPr>
          </a:p>
        </p:txBody>
      </p:sp>
      <p:sp>
        <p:nvSpPr>
          <p:cNvPr id="48" name="Text 13">
            <a:extLst>
              <a:ext uri="{FF2B5EF4-FFF2-40B4-BE49-F238E27FC236}">
                <a16:creationId xmlns:a16="http://schemas.microsoft.com/office/drawing/2014/main" id="{3BD13E99-FBF5-F49E-9D20-7AF9D1F19D63}"/>
              </a:ext>
            </a:extLst>
          </p:cNvPr>
          <p:cNvSpPr/>
          <p:nvPr/>
        </p:nvSpPr>
        <p:spPr>
          <a:xfrm>
            <a:off x="6122124" y="2164079"/>
            <a:ext cx="1874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chemeClr val="tx1">
                    <a:lumMod val="95000"/>
                  </a:schemeClr>
                </a:solidFill>
                <a:latin typeface="Aptos" panose="020B0004020202020204" pitchFamily="34" charset="0"/>
                <a:ea typeface="Arial" pitchFamily="34" charset="-122"/>
                <a:cs typeface="Arial" pitchFamily="34" charset="-120"/>
              </a:rPr>
              <a:t>columns after feature engineering</a:t>
            </a:r>
            <a:endParaRPr lang="en-US" sz="1600" dirty="0">
              <a:solidFill>
                <a:schemeClr val="tx1">
                  <a:lumMod val="95000"/>
                </a:schemeClr>
              </a:solidFill>
              <a:latin typeface="Aptos" panose="020B0004020202020204" pitchFamily="34" charset="0"/>
            </a:endParaRPr>
          </a:p>
        </p:txBody>
      </p:sp>
      <p:sp>
        <p:nvSpPr>
          <p:cNvPr id="50" name="Shape 14">
            <a:extLst>
              <a:ext uri="{FF2B5EF4-FFF2-40B4-BE49-F238E27FC236}">
                <a16:creationId xmlns:a16="http://schemas.microsoft.com/office/drawing/2014/main" id="{346A5831-6432-D7D1-6358-904CC0197031}"/>
              </a:ext>
            </a:extLst>
          </p:cNvPr>
          <p:cNvSpPr/>
          <p:nvPr/>
        </p:nvSpPr>
        <p:spPr>
          <a:xfrm>
            <a:off x="8453844" y="1745340"/>
            <a:ext cx="2286000" cy="1143000"/>
          </a:xfrm>
          <a:prstGeom prst="roundRect">
            <a:avLst>
              <a:gd name="adj" fmla="val 6400"/>
            </a:avLst>
          </a:prstGeom>
          <a:solidFill>
            <a:srgbClr val="0E55A7"/>
          </a:solidFill>
          <a:ln w="12700">
            <a:solidFill>
              <a:srgbClr val="0E55A7"/>
            </a:solidFill>
            <a:prstDash val="solid"/>
          </a:ln>
          <a:effectLst>
            <a:outerShdw blurRad="25400" dist="50800" dir="16200000" algn="bl" rotWithShape="0">
              <a:srgbClr val="C7D6E7">
                <a:alpha val="18000"/>
              </a:srgbClr>
            </a:outerShdw>
          </a:effectLst>
        </p:spPr>
        <p:txBody>
          <a:bodyPr/>
          <a:lstStyle/>
          <a:p>
            <a:endParaRPr lang="en-PH">
              <a:solidFill>
                <a:srgbClr val="FFFF00"/>
              </a:solidFill>
            </a:endParaRPr>
          </a:p>
        </p:txBody>
      </p:sp>
      <p:sp>
        <p:nvSpPr>
          <p:cNvPr id="52" name="Text 15">
            <a:extLst>
              <a:ext uri="{FF2B5EF4-FFF2-40B4-BE49-F238E27FC236}">
                <a16:creationId xmlns:a16="http://schemas.microsoft.com/office/drawing/2014/main" id="{1167D622-1BD4-4D0D-7A38-7705FBB6F054}"/>
              </a:ext>
            </a:extLst>
          </p:cNvPr>
          <p:cNvSpPr/>
          <p:nvPr/>
        </p:nvSpPr>
        <p:spPr>
          <a:xfrm>
            <a:off x="8655012" y="1785257"/>
            <a:ext cx="18836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FFC0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 to 7</a:t>
            </a:r>
            <a:endParaRPr lang="en-US" sz="2600" dirty="0">
              <a:solidFill>
                <a:srgbClr val="FFC000"/>
              </a:solidFill>
            </a:endParaRPr>
          </a:p>
        </p:txBody>
      </p:sp>
      <p:sp>
        <p:nvSpPr>
          <p:cNvPr id="54" name="Text 16">
            <a:extLst>
              <a:ext uri="{FF2B5EF4-FFF2-40B4-BE49-F238E27FC236}">
                <a16:creationId xmlns:a16="http://schemas.microsoft.com/office/drawing/2014/main" id="{16008E63-21B3-6E2C-4A32-A0B29DDB34E8}"/>
              </a:ext>
            </a:extLst>
          </p:cNvPr>
          <p:cNvSpPr/>
          <p:nvPr/>
        </p:nvSpPr>
        <p:spPr>
          <a:xfrm>
            <a:off x="8682444" y="2164079"/>
            <a:ext cx="1874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chemeClr val="tx1">
                    <a:lumMod val="95000"/>
                  </a:schemeClr>
                </a:solidFill>
                <a:latin typeface="Aptos" panose="020B0004020202020204" pitchFamily="34" charset="0"/>
                <a:ea typeface="Arial" pitchFamily="34" charset="-122"/>
                <a:cs typeface="Arial" pitchFamily="34" charset="-120"/>
              </a:rPr>
              <a:t>month field used for temporal split</a:t>
            </a:r>
            <a:endParaRPr lang="en-US" sz="1600" dirty="0">
              <a:solidFill>
                <a:schemeClr val="tx1">
                  <a:lumMod val="95000"/>
                </a:schemeClr>
              </a:solidFill>
              <a:latin typeface="Aptos" panose="020B0004020202020204" pitchFamily="34" charset="0"/>
            </a:endParaRPr>
          </a:p>
        </p:txBody>
      </p:sp>
      <p:sp>
        <p:nvSpPr>
          <p:cNvPr id="56" name="Shape 17">
            <a:extLst>
              <a:ext uri="{FF2B5EF4-FFF2-40B4-BE49-F238E27FC236}">
                <a16:creationId xmlns:a16="http://schemas.microsoft.com/office/drawing/2014/main" id="{4522C382-230A-4962-2CD9-D012891CC81E}"/>
              </a:ext>
            </a:extLst>
          </p:cNvPr>
          <p:cNvSpPr/>
          <p:nvPr/>
        </p:nvSpPr>
        <p:spPr>
          <a:xfrm>
            <a:off x="685799" y="3073443"/>
            <a:ext cx="5230275" cy="1864317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D8E2EF">
                <a:alpha val="75000"/>
              </a:srgbClr>
            </a:solidFill>
            <a:prstDash val="solid"/>
          </a:ln>
          <a:effectLst>
            <a:outerShdw blurRad="25400" dist="50800" dir="2700000" algn="bl" rotWithShape="0">
              <a:srgbClr val="C7D6E7">
                <a:alpha val="22000"/>
              </a:srgbClr>
            </a:outerShdw>
          </a:effectLst>
        </p:spPr>
        <p:txBody>
          <a:bodyPr/>
          <a:lstStyle/>
          <a:p>
            <a:endParaRPr lang="en-PH" sz="1600">
              <a:solidFill>
                <a:schemeClr val="bg1"/>
              </a:solidFill>
              <a:latin typeface="Aptos" panose="020B0004020202020204" pitchFamily="34" charset="0"/>
            </a:endParaRPr>
          </a:p>
        </p:txBody>
      </p:sp>
      <p:sp>
        <p:nvSpPr>
          <p:cNvPr id="58" name="Text 18">
            <a:extLst>
              <a:ext uri="{FF2B5EF4-FFF2-40B4-BE49-F238E27FC236}">
                <a16:creationId xmlns:a16="http://schemas.microsoft.com/office/drawing/2014/main" id="{5086658D-9A6D-0B44-603E-E4C1ADA6CD66}"/>
              </a:ext>
            </a:extLst>
          </p:cNvPr>
          <p:cNvSpPr/>
          <p:nvPr/>
        </p:nvSpPr>
        <p:spPr>
          <a:xfrm>
            <a:off x="836892" y="3187851"/>
            <a:ext cx="4617720" cy="33462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FF0000"/>
                </a:solidFill>
                <a:latin typeface="Aptos" panose="020B0004020202020204" pitchFamily="34" charset="0"/>
                <a:ea typeface="Arial" pitchFamily="34" charset="-122"/>
                <a:cs typeface="Arial" pitchFamily="34" charset="-120"/>
              </a:rPr>
              <a:t>Leakage-safe pipeline</a:t>
            </a:r>
            <a:endParaRPr lang="en-US" sz="2000" dirty="0">
              <a:solidFill>
                <a:srgbClr val="FF0000"/>
              </a:solidFill>
              <a:latin typeface="Aptos" panose="020B0004020202020204" pitchFamily="34" charset="0"/>
            </a:endParaRPr>
          </a:p>
        </p:txBody>
      </p:sp>
      <p:sp>
        <p:nvSpPr>
          <p:cNvPr id="60" name="Text 19">
            <a:extLst>
              <a:ext uri="{FF2B5EF4-FFF2-40B4-BE49-F238E27FC236}">
                <a16:creationId xmlns:a16="http://schemas.microsoft.com/office/drawing/2014/main" id="{182D24D5-11BC-2D59-B83E-9CC53A23B764}"/>
              </a:ext>
            </a:extLst>
          </p:cNvPr>
          <p:cNvSpPr/>
          <p:nvPr/>
        </p:nvSpPr>
        <p:spPr>
          <a:xfrm>
            <a:off x="836892" y="3636880"/>
            <a:ext cx="4805172" cy="9653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Autofit/>
          </a:bodyPr>
          <a:lstStyle/>
          <a:p>
            <a:pPr marL="0" indent="0" algn="just">
              <a:buNone/>
            </a:pPr>
            <a:r>
              <a:rPr lang="en-US" sz="1600" dirty="0">
                <a:solidFill>
                  <a:schemeClr val="bg1"/>
                </a:solidFill>
                <a:latin typeface="Aptos" panose="020B0004020202020204" pitchFamily="34" charset="0"/>
                <a:ea typeface="Arial" pitchFamily="34" charset="-122"/>
                <a:cs typeface="Arial" pitchFamily="34" charset="-120"/>
              </a:rPr>
              <a:t>Preprocessing is fitted inside the pipeline. The target is excluded. Month is used for splitting and not as a predictor. Variant II is processed separately and never merged.</a:t>
            </a:r>
            <a:endParaRPr lang="en-US" sz="1600" dirty="0">
              <a:solidFill>
                <a:schemeClr val="bg1"/>
              </a:solidFill>
              <a:latin typeface="Aptos" panose="020B0004020202020204" pitchFamily="34" charset="0"/>
            </a:endParaRPr>
          </a:p>
        </p:txBody>
      </p:sp>
      <p:sp>
        <p:nvSpPr>
          <p:cNvPr id="62" name="Shape 20">
            <a:extLst>
              <a:ext uri="{FF2B5EF4-FFF2-40B4-BE49-F238E27FC236}">
                <a16:creationId xmlns:a16="http://schemas.microsoft.com/office/drawing/2014/main" id="{65A58ED2-1E1F-D22A-8345-A4594DFD4E76}"/>
              </a:ext>
            </a:extLst>
          </p:cNvPr>
          <p:cNvSpPr/>
          <p:nvPr/>
        </p:nvSpPr>
        <p:spPr>
          <a:xfrm>
            <a:off x="6172200" y="3154680"/>
            <a:ext cx="507492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D8E2EF">
                <a:alpha val="75000"/>
              </a:srgbClr>
            </a:solidFill>
            <a:prstDash val="solid"/>
          </a:ln>
          <a:effectLst>
            <a:outerShdw blurRad="25400" dist="50800" dir="2700000" algn="bl" rotWithShape="0">
              <a:srgbClr val="C7D6E7">
                <a:alpha val="22000"/>
              </a:srgbClr>
            </a:outerShdw>
          </a:effectLst>
        </p:spPr>
        <p:txBody>
          <a:bodyPr/>
          <a:lstStyle/>
          <a:p>
            <a:endParaRPr lang="en-PH">
              <a:solidFill>
                <a:srgbClr val="FFFF00"/>
              </a:solidFill>
            </a:endParaRPr>
          </a:p>
        </p:txBody>
      </p:sp>
      <p:sp>
        <p:nvSpPr>
          <p:cNvPr id="64" name="Text 21">
            <a:extLst>
              <a:ext uri="{FF2B5EF4-FFF2-40B4-BE49-F238E27FC236}">
                <a16:creationId xmlns:a16="http://schemas.microsoft.com/office/drawing/2014/main" id="{BD4C1FE1-DF21-3DCF-01B3-4E49C7320ADF}"/>
              </a:ext>
            </a:extLst>
          </p:cNvPr>
          <p:cNvSpPr/>
          <p:nvPr/>
        </p:nvSpPr>
        <p:spPr>
          <a:xfrm>
            <a:off x="6414732" y="3188576"/>
            <a:ext cx="4617720" cy="33462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FF0000"/>
                </a:solidFill>
                <a:latin typeface="Aptos" panose="020B0004020202020204" pitchFamily="34" charset="0"/>
                <a:ea typeface="Arial" pitchFamily="34" charset="-122"/>
                <a:cs typeface="Arial" pitchFamily="34" charset="-120"/>
              </a:rPr>
              <a:t>Domain-derived features</a:t>
            </a:r>
            <a:endParaRPr lang="en-US" sz="2000" dirty="0">
              <a:solidFill>
                <a:srgbClr val="FF0000"/>
              </a:solidFill>
              <a:latin typeface="Aptos" panose="020B0004020202020204" pitchFamily="34" charset="0"/>
            </a:endParaRPr>
          </a:p>
        </p:txBody>
      </p:sp>
      <p:sp>
        <p:nvSpPr>
          <p:cNvPr id="66" name="Text 22">
            <a:extLst>
              <a:ext uri="{FF2B5EF4-FFF2-40B4-BE49-F238E27FC236}">
                <a16:creationId xmlns:a16="http://schemas.microsoft.com/office/drawing/2014/main" id="{9AF46D1B-ECC5-FC21-B399-C2A20E838ED6}"/>
              </a:ext>
            </a:extLst>
          </p:cNvPr>
          <p:cNvSpPr/>
          <p:nvPr/>
        </p:nvSpPr>
        <p:spPr>
          <a:xfrm>
            <a:off x="6414732" y="3686193"/>
            <a:ext cx="4617720" cy="812651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Autofit/>
          </a:bodyPr>
          <a:lstStyle/>
          <a:p>
            <a:pPr marL="0" indent="0" algn="just">
              <a:buNone/>
            </a:pPr>
            <a:r>
              <a:rPr lang="en-US" sz="1600" dirty="0">
                <a:solidFill>
                  <a:schemeClr val="bg1"/>
                </a:solidFill>
                <a:latin typeface="Aptos" panose="020B0004020202020204" pitchFamily="34" charset="0"/>
                <a:ea typeface="Arial" pitchFamily="34" charset="-122"/>
                <a:cs typeface="Arial" pitchFamily="34" charset="-120"/>
              </a:rPr>
              <a:t>Features include identity mismatch, address-history flags, device/email indicators, velocity ratios, log amount transforms, age groups and source-device interactions.</a:t>
            </a:r>
            <a:endParaRPr lang="en-US" sz="1600" dirty="0">
              <a:solidFill>
                <a:schemeClr val="bg1"/>
              </a:solidFill>
              <a:latin typeface="Aptos" panose="020B0004020202020204" pitchFamily="34" charset="0"/>
            </a:endParaRPr>
          </a:p>
        </p:txBody>
      </p:sp>
      <p:sp>
        <p:nvSpPr>
          <p:cNvPr id="68" name="Shape 23">
            <a:extLst>
              <a:ext uri="{FF2B5EF4-FFF2-40B4-BE49-F238E27FC236}">
                <a16:creationId xmlns:a16="http://schemas.microsoft.com/office/drawing/2014/main" id="{7EF79DA4-080E-D8B7-6F2D-4051822346C2}"/>
              </a:ext>
            </a:extLst>
          </p:cNvPr>
          <p:cNvSpPr/>
          <p:nvPr/>
        </p:nvSpPr>
        <p:spPr>
          <a:xfrm>
            <a:off x="685800" y="5349240"/>
            <a:ext cx="10561320" cy="566928"/>
          </a:xfrm>
          <a:prstGeom prst="roundRect">
            <a:avLst>
              <a:gd name="adj" fmla="val 12903"/>
            </a:avLst>
          </a:prstGeom>
          <a:solidFill>
            <a:srgbClr val="0E55A7"/>
          </a:solidFill>
          <a:ln w="12700">
            <a:solidFill>
              <a:srgbClr val="0E55A7"/>
            </a:solidFill>
            <a:prstDash val="solid"/>
          </a:ln>
        </p:spPr>
        <p:txBody>
          <a:bodyPr/>
          <a:lstStyle/>
          <a:p>
            <a:endParaRPr lang="en-PH">
              <a:solidFill>
                <a:srgbClr val="FFFF00"/>
              </a:solidFill>
            </a:endParaRPr>
          </a:p>
        </p:txBody>
      </p:sp>
      <p:sp>
        <p:nvSpPr>
          <p:cNvPr id="70" name="Text 24">
            <a:extLst>
              <a:ext uri="{FF2B5EF4-FFF2-40B4-BE49-F238E27FC236}">
                <a16:creationId xmlns:a16="http://schemas.microsoft.com/office/drawing/2014/main" id="{647E17EA-8B62-F19B-15CF-90F830B1E562}"/>
              </a:ext>
            </a:extLst>
          </p:cNvPr>
          <p:cNvSpPr/>
          <p:nvPr/>
        </p:nvSpPr>
        <p:spPr>
          <a:xfrm>
            <a:off x="978408" y="5455776"/>
            <a:ext cx="9976104" cy="3383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Autofit/>
          </a:bodyPr>
          <a:lstStyle/>
          <a:p>
            <a:pPr marL="0" indent="0">
              <a:buNone/>
            </a:pPr>
            <a:r>
              <a:rPr lang="en-US" sz="1600" b="1" i="1" dirty="0">
                <a:solidFill>
                  <a:schemeClr val="tx1">
                    <a:lumMod val="95000"/>
                  </a:schemeClr>
                </a:solidFill>
                <a:latin typeface="Aptos" panose="020B0004020202020204" pitchFamily="34" charset="0"/>
                <a:ea typeface="Arial" pitchFamily="34" charset="-122"/>
                <a:cs typeface="Arial" pitchFamily="34" charset="-120"/>
              </a:rPr>
              <a:t>Practical data issue: credit_risk_band was flagged as a possible leakage concern and tested separately in Step 5.</a:t>
            </a:r>
            <a:endParaRPr lang="en-US" sz="1600" i="1" dirty="0">
              <a:solidFill>
                <a:schemeClr val="tx1">
                  <a:lumMod val="95000"/>
                </a:schemeClr>
              </a:solidFill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2592660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0F54DFC-767E-67EB-E633-5D26A71ECF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2C9610E5-0BE4-925A-D46F-E460A979C9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10" name="Text 3">
            <a:extLst>
              <a:ext uri="{FF2B5EF4-FFF2-40B4-BE49-F238E27FC236}">
                <a16:creationId xmlns:a16="http://schemas.microsoft.com/office/drawing/2014/main" id="{70A90AE0-E1E8-4ABE-4C70-03754FD028C7}"/>
              </a:ext>
            </a:extLst>
          </p:cNvPr>
          <p:cNvSpPr/>
          <p:nvPr/>
        </p:nvSpPr>
        <p:spPr>
          <a:xfrm>
            <a:off x="11567160" y="6473952"/>
            <a:ext cx="228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50" dirty="0"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65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06E6C806-3F1E-EF79-DF43-E3E6DD4CD681}"/>
              </a:ext>
            </a:extLst>
          </p:cNvPr>
          <p:cNvSpPr/>
          <p:nvPr/>
        </p:nvSpPr>
        <p:spPr>
          <a:xfrm>
            <a:off x="396240" y="6335776"/>
            <a:ext cx="6217920" cy="440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>
                    <a:lumMod val="85000"/>
                  </a:schemeClr>
                </a:solidFill>
                <a:latin typeface="Aptos" panose="020B0004020202020204" pitchFamily="34" charset="0"/>
                <a:ea typeface="Arial" pitchFamily="34" charset="-122"/>
                <a:cs typeface="Arial" pitchFamily="34" charset="-120"/>
              </a:rPr>
              <a:t>Bank Account Fraud Detection | Technical Presentation</a:t>
            </a:r>
            <a:endParaRPr lang="en-US" sz="1400" dirty="0">
              <a:solidFill>
                <a:schemeClr val="tx1">
                  <a:lumMod val="85000"/>
                </a:schemeClr>
              </a:solidFill>
              <a:latin typeface="Aptos" panose="020B0004020202020204" pitchFamily="34" charset="0"/>
            </a:endParaRPr>
          </a:p>
        </p:txBody>
      </p:sp>
      <p:sp>
        <p:nvSpPr>
          <p:cNvPr id="7" name="Text 0">
            <a:extLst>
              <a:ext uri="{FF2B5EF4-FFF2-40B4-BE49-F238E27FC236}">
                <a16:creationId xmlns:a16="http://schemas.microsoft.com/office/drawing/2014/main" id="{DBC14E5A-C6D5-C447-DED8-22C5F42E2E8E}"/>
              </a:ext>
            </a:extLst>
          </p:cNvPr>
          <p:cNvSpPr/>
          <p:nvPr/>
        </p:nvSpPr>
        <p:spPr>
          <a:xfrm>
            <a:off x="566928" y="411480"/>
            <a:ext cx="10515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tx1">
                    <a:lumMod val="95000"/>
                  </a:schemeClr>
                </a:solidFill>
                <a:latin typeface="Aptos" panose="020B0004020202020204" pitchFamily="34" charset="0"/>
                <a:ea typeface="Arial" pitchFamily="34" charset="-122"/>
                <a:cs typeface="Arial" pitchFamily="34" charset="-120"/>
              </a:rPr>
              <a:t>02  ·  FEATURE  ENGINEERING</a:t>
            </a:r>
            <a:endParaRPr lang="en-US" sz="2000" dirty="0">
              <a:solidFill>
                <a:schemeClr val="tx1">
                  <a:lumMod val="95000"/>
                </a:schemeClr>
              </a:solidFill>
              <a:latin typeface="Aptos" panose="020B0004020202020204" pitchFamily="34" charset="0"/>
            </a:endParaRPr>
          </a:p>
        </p:txBody>
      </p:sp>
      <p:sp>
        <p:nvSpPr>
          <p:cNvPr id="11" name="Text 1">
            <a:extLst>
              <a:ext uri="{FF2B5EF4-FFF2-40B4-BE49-F238E27FC236}">
                <a16:creationId xmlns:a16="http://schemas.microsoft.com/office/drawing/2014/main" id="{8A6A6F11-765B-61C1-A978-6BFEAF4BBDD9}"/>
              </a:ext>
            </a:extLst>
          </p:cNvPr>
          <p:cNvSpPr/>
          <p:nvPr/>
        </p:nvSpPr>
        <p:spPr>
          <a:xfrm>
            <a:off x="566928" y="786384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chemeClr val="accent6">
                    <a:lumMod val="60000"/>
                    <a:lumOff val="40000"/>
                  </a:schemeClr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Fraud Signals Found in EDA</a:t>
            </a:r>
            <a:endParaRPr lang="en-US" sz="28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15" name="Shape 4">
            <a:extLst>
              <a:ext uri="{FF2B5EF4-FFF2-40B4-BE49-F238E27FC236}">
                <a16:creationId xmlns:a16="http://schemas.microsoft.com/office/drawing/2014/main" id="{0CE096FC-3875-5204-5D90-BF5FA0CF886E}"/>
              </a:ext>
            </a:extLst>
          </p:cNvPr>
          <p:cNvSpPr/>
          <p:nvPr/>
        </p:nvSpPr>
        <p:spPr>
          <a:xfrm>
            <a:off x="685800" y="1750060"/>
            <a:ext cx="329184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2700">
            <a:solidFill>
              <a:srgbClr val="D8E2EF">
                <a:alpha val="75000"/>
              </a:srgbClr>
            </a:solidFill>
            <a:prstDash val="solid"/>
          </a:ln>
          <a:effectLst>
            <a:outerShdw blurRad="25400" dist="50800" dir="2700000" algn="bl" rotWithShape="0">
              <a:srgbClr val="C7D6E7">
                <a:alpha val="22000"/>
              </a:srgbClr>
            </a:outerShdw>
          </a:effectLst>
        </p:spPr>
        <p:txBody>
          <a:bodyPr/>
          <a:lstStyle/>
          <a:p>
            <a:endParaRPr lang="en-PH">
              <a:solidFill>
                <a:srgbClr val="FFFF00"/>
              </a:solidFill>
            </a:endParaRPr>
          </a:p>
        </p:txBody>
      </p:sp>
      <p:sp>
        <p:nvSpPr>
          <p:cNvPr id="19" name="Text 5">
            <a:extLst>
              <a:ext uri="{FF2B5EF4-FFF2-40B4-BE49-F238E27FC236}">
                <a16:creationId xmlns:a16="http://schemas.microsoft.com/office/drawing/2014/main" id="{65FC93EB-64B0-71DA-514C-49FACE84E8AA}"/>
              </a:ext>
            </a:extLst>
          </p:cNvPr>
          <p:cNvSpPr/>
          <p:nvPr/>
        </p:nvSpPr>
        <p:spPr>
          <a:xfrm>
            <a:off x="889508" y="1806956"/>
            <a:ext cx="2697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2200" b="1" dirty="0">
                <a:solidFill>
                  <a:srgbClr val="FF0000"/>
                </a:solidFill>
                <a:latin typeface="Aptos" panose="020B0004020202020204" pitchFamily="34" charset="0"/>
                <a:ea typeface="Arial" pitchFamily="34" charset="-122"/>
                <a:cs typeface="Arial" pitchFamily="34" charset="-120"/>
              </a:rPr>
              <a:t>Segment risk</a:t>
            </a:r>
            <a:endParaRPr lang="en-US" sz="2200" dirty="0">
              <a:solidFill>
                <a:srgbClr val="FF0000"/>
              </a:solidFill>
              <a:latin typeface="Aptos" panose="020B0004020202020204" pitchFamily="34" charset="0"/>
            </a:endParaRPr>
          </a:p>
        </p:txBody>
      </p:sp>
      <p:sp>
        <p:nvSpPr>
          <p:cNvPr id="23" name="Text 6">
            <a:extLst>
              <a:ext uri="{FF2B5EF4-FFF2-40B4-BE49-F238E27FC236}">
                <a16:creationId xmlns:a16="http://schemas.microsoft.com/office/drawing/2014/main" id="{5CC37EE4-93AF-BFE7-8A94-3495D4EC2567}"/>
              </a:ext>
            </a:extLst>
          </p:cNvPr>
          <p:cNvSpPr/>
          <p:nvPr/>
        </p:nvSpPr>
        <p:spPr>
          <a:xfrm>
            <a:off x="978408" y="2308860"/>
            <a:ext cx="2697480" cy="4973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Autofit/>
          </a:bodyPr>
          <a:lstStyle/>
          <a:p>
            <a:pPr marL="0" indent="0" algn="just">
              <a:buNone/>
            </a:pPr>
            <a:r>
              <a:rPr lang="en-US" sz="1200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Higher fraud rates appeared in housing status BA, employment status CC, Windows device, payment type AC and TELEAPP applications.</a:t>
            </a:r>
            <a:endParaRPr lang="en-US" sz="1200" dirty="0">
              <a:solidFill>
                <a:schemeClr val="bg1"/>
              </a:solidFill>
            </a:endParaRPr>
          </a:p>
        </p:txBody>
      </p:sp>
      <p:sp>
        <p:nvSpPr>
          <p:cNvPr id="27" name="Shape 7">
            <a:extLst>
              <a:ext uri="{FF2B5EF4-FFF2-40B4-BE49-F238E27FC236}">
                <a16:creationId xmlns:a16="http://schemas.microsoft.com/office/drawing/2014/main" id="{DDAADE86-EDCC-4465-C7D5-FFAA25088813}"/>
              </a:ext>
            </a:extLst>
          </p:cNvPr>
          <p:cNvSpPr/>
          <p:nvPr/>
        </p:nvSpPr>
        <p:spPr>
          <a:xfrm>
            <a:off x="4443984" y="1750060"/>
            <a:ext cx="329184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2700">
            <a:solidFill>
              <a:srgbClr val="D8E2EF">
                <a:alpha val="75000"/>
              </a:srgbClr>
            </a:solidFill>
            <a:prstDash val="solid"/>
          </a:ln>
          <a:effectLst>
            <a:outerShdw blurRad="25400" dist="50800" dir="2700000" algn="bl" rotWithShape="0">
              <a:srgbClr val="C7D6E7">
                <a:alpha val="22000"/>
              </a:srgbClr>
            </a:outerShdw>
          </a:effectLst>
        </p:spPr>
        <p:txBody>
          <a:bodyPr/>
          <a:lstStyle/>
          <a:p>
            <a:endParaRPr lang="en-PH">
              <a:solidFill>
                <a:srgbClr val="FFFF00"/>
              </a:solidFill>
            </a:endParaRPr>
          </a:p>
        </p:txBody>
      </p:sp>
      <p:sp>
        <p:nvSpPr>
          <p:cNvPr id="31" name="Text 8">
            <a:extLst>
              <a:ext uri="{FF2B5EF4-FFF2-40B4-BE49-F238E27FC236}">
                <a16:creationId xmlns:a16="http://schemas.microsoft.com/office/drawing/2014/main" id="{2332DEA4-6FBD-31E6-509F-058B5E664823}"/>
              </a:ext>
            </a:extLst>
          </p:cNvPr>
          <p:cNvSpPr/>
          <p:nvPr/>
        </p:nvSpPr>
        <p:spPr>
          <a:xfrm>
            <a:off x="4647692" y="1794256"/>
            <a:ext cx="2697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2200" b="1" dirty="0">
                <a:solidFill>
                  <a:srgbClr val="FF0000"/>
                </a:solidFill>
                <a:latin typeface="Aptos" panose="020B0004020202020204" pitchFamily="34" charset="0"/>
                <a:ea typeface="Arial" pitchFamily="34" charset="-122"/>
                <a:cs typeface="Arial" pitchFamily="34" charset="-120"/>
              </a:rPr>
              <a:t>Engineered risk</a:t>
            </a:r>
            <a:endParaRPr lang="en-US" sz="2200" dirty="0">
              <a:solidFill>
                <a:srgbClr val="FF0000"/>
              </a:solidFill>
              <a:latin typeface="Aptos" panose="020B0004020202020204" pitchFamily="34" charset="0"/>
            </a:endParaRPr>
          </a:p>
        </p:txBody>
      </p:sp>
      <p:sp>
        <p:nvSpPr>
          <p:cNvPr id="35" name="Text 9">
            <a:extLst>
              <a:ext uri="{FF2B5EF4-FFF2-40B4-BE49-F238E27FC236}">
                <a16:creationId xmlns:a16="http://schemas.microsoft.com/office/drawing/2014/main" id="{ABDCAEA3-66BD-BEFF-C1A7-3A26675A799E}"/>
              </a:ext>
            </a:extLst>
          </p:cNvPr>
          <p:cNvSpPr/>
          <p:nvPr/>
        </p:nvSpPr>
        <p:spPr>
          <a:xfrm>
            <a:off x="4736592" y="2245360"/>
            <a:ext cx="2697480" cy="4973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Autofit/>
          </a:bodyPr>
          <a:lstStyle/>
          <a:p>
            <a:pPr marL="0" indent="0" algn="just">
              <a:buNone/>
            </a:pPr>
            <a:r>
              <a:rPr lang="en-US" sz="1200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Multiple emails on one device, low name-email similarity and older age bands showed higher fraud prevalence.</a:t>
            </a:r>
            <a:endParaRPr lang="en-US" sz="1200" dirty="0">
              <a:solidFill>
                <a:schemeClr val="bg1"/>
              </a:solidFill>
            </a:endParaRPr>
          </a:p>
        </p:txBody>
      </p:sp>
      <p:sp>
        <p:nvSpPr>
          <p:cNvPr id="39" name="Shape 10">
            <a:extLst>
              <a:ext uri="{FF2B5EF4-FFF2-40B4-BE49-F238E27FC236}">
                <a16:creationId xmlns:a16="http://schemas.microsoft.com/office/drawing/2014/main" id="{ED6FB59C-D388-0F2B-0AB1-3FDD78A5CAB8}"/>
              </a:ext>
            </a:extLst>
          </p:cNvPr>
          <p:cNvSpPr/>
          <p:nvPr/>
        </p:nvSpPr>
        <p:spPr>
          <a:xfrm>
            <a:off x="8202168" y="1750060"/>
            <a:ext cx="329184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2700">
            <a:solidFill>
              <a:srgbClr val="D8E2EF">
                <a:alpha val="75000"/>
              </a:srgbClr>
            </a:solidFill>
            <a:prstDash val="solid"/>
          </a:ln>
          <a:effectLst>
            <a:outerShdw blurRad="25400" dist="50800" dir="2700000" algn="bl" rotWithShape="0">
              <a:srgbClr val="C7D6E7">
                <a:alpha val="22000"/>
              </a:srgbClr>
            </a:outerShdw>
          </a:effectLst>
        </p:spPr>
        <p:txBody>
          <a:bodyPr/>
          <a:lstStyle/>
          <a:p>
            <a:endParaRPr lang="en-PH">
              <a:solidFill>
                <a:srgbClr val="FFFF00"/>
              </a:solidFill>
            </a:endParaRPr>
          </a:p>
        </p:txBody>
      </p:sp>
      <p:sp>
        <p:nvSpPr>
          <p:cNvPr id="43" name="Text 11">
            <a:extLst>
              <a:ext uri="{FF2B5EF4-FFF2-40B4-BE49-F238E27FC236}">
                <a16:creationId xmlns:a16="http://schemas.microsoft.com/office/drawing/2014/main" id="{B4A645B4-8465-E908-2FD1-2D224F39F354}"/>
              </a:ext>
            </a:extLst>
          </p:cNvPr>
          <p:cNvSpPr/>
          <p:nvPr/>
        </p:nvSpPr>
        <p:spPr>
          <a:xfrm>
            <a:off x="8405876" y="1781556"/>
            <a:ext cx="2697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2200" b="1" dirty="0">
                <a:solidFill>
                  <a:srgbClr val="FF0000"/>
                </a:solidFill>
                <a:latin typeface="Aptos" panose="020B0004020202020204" pitchFamily="34" charset="0"/>
                <a:ea typeface="Arial" pitchFamily="34" charset="-122"/>
                <a:cs typeface="Arial" pitchFamily="34" charset="-120"/>
              </a:rPr>
              <a:t>Temporal risk</a:t>
            </a:r>
            <a:endParaRPr lang="en-US" sz="2200" dirty="0">
              <a:solidFill>
                <a:srgbClr val="FF0000"/>
              </a:solidFill>
              <a:latin typeface="Aptos" panose="020B0004020202020204" pitchFamily="34" charset="0"/>
            </a:endParaRPr>
          </a:p>
        </p:txBody>
      </p:sp>
      <p:sp>
        <p:nvSpPr>
          <p:cNvPr id="47" name="Text 12">
            <a:extLst>
              <a:ext uri="{FF2B5EF4-FFF2-40B4-BE49-F238E27FC236}">
                <a16:creationId xmlns:a16="http://schemas.microsoft.com/office/drawing/2014/main" id="{A8352672-D357-059E-A93D-AF70234E49B8}"/>
              </a:ext>
            </a:extLst>
          </p:cNvPr>
          <p:cNvSpPr/>
          <p:nvPr/>
        </p:nvSpPr>
        <p:spPr>
          <a:xfrm>
            <a:off x="8494776" y="2258060"/>
            <a:ext cx="2697480" cy="4973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Autofit/>
          </a:bodyPr>
          <a:lstStyle/>
          <a:p>
            <a:pPr marL="0" indent="0" algn="just">
              <a:buNone/>
            </a:pPr>
            <a:r>
              <a:rPr lang="en-US" sz="1200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Fraud prevalence changed across months, supporting a temporal validation design rather than a purely random split.</a:t>
            </a:r>
            <a:endParaRPr lang="en-US" sz="1200" dirty="0">
              <a:solidFill>
                <a:schemeClr val="bg1"/>
              </a:solidFill>
            </a:endParaRPr>
          </a:p>
        </p:txBody>
      </p:sp>
      <p:grpSp>
        <p:nvGrpSpPr>
          <p:cNvPr id="114" name="Group 113">
            <a:extLst>
              <a:ext uri="{FF2B5EF4-FFF2-40B4-BE49-F238E27FC236}">
                <a16:creationId xmlns:a16="http://schemas.microsoft.com/office/drawing/2014/main" id="{6E3E8C90-D201-64AB-FF3C-855DE1B0D5B8}"/>
              </a:ext>
            </a:extLst>
          </p:cNvPr>
          <p:cNvGrpSpPr/>
          <p:nvPr/>
        </p:nvGrpSpPr>
        <p:grpSpPr>
          <a:xfrm>
            <a:off x="698500" y="3409188"/>
            <a:ext cx="10561320" cy="1691640"/>
            <a:chOff x="685800" y="3739388"/>
            <a:chExt cx="10561320" cy="1691640"/>
          </a:xfrm>
        </p:grpSpPr>
        <p:sp>
          <p:nvSpPr>
            <p:cNvPr id="51" name="Shape 13">
              <a:extLst>
                <a:ext uri="{FF2B5EF4-FFF2-40B4-BE49-F238E27FC236}">
                  <a16:creationId xmlns:a16="http://schemas.microsoft.com/office/drawing/2014/main" id="{D818DCC2-A87B-0203-23B0-C6EBD6D3FF89}"/>
                </a:ext>
              </a:extLst>
            </p:cNvPr>
            <p:cNvSpPr/>
            <p:nvPr/>
          </p:nvSpPr>
          <p:spPr>
            <a:xfrm>
              <a:off x="685800" y="3739388"/>
              <a:ext cx="2743200" cy="338328"/>
            </a:xfrm>
            <a:prstGeom prst="rect">
              <a:avLst/>
            </a:prstGeom>
            <a:solidFill>
              <a:srgbClr val="0E55A7"/>
            </a:solidFill>
            <a:ln w="12700">
              <a:solidFill>
                <a:srgbClr val="D8E2EF">
                  <a:alpha val="60000"/>
                </a:srgbClr>
              </a:solidFill>
              <a:prstDash val="solid"/>
            </a:ln>
          </p:spPr>
          <p:txBody>
            <a:bodyPr/>
            <a:lstStyle/>
            <a:p>
              <a:endParaRPr lang="en-PH" sz="1200">
                <a:solidFill>
                  <a:schemeClr val="bg1"/>
                </a:solidFill>
                <a:latin typeface="Aptos" panose="020B0004020202020204" pitchFamily="34" charset="0"/>
              </a:endParaRPr>
            </a:p>
          </p:txBody>
        </p:sp>
        <p:sp>
          <p:nvSpPr>
            <p:cNvPr id="55" name="Text 14">
              <a:extLst>
                <a:ext uri="{FF2B5EF4-FFF2-40B4-BE49-F238E27FC236}">
                  <a16:creationId xmlns:a16="http://schemas.microsoft.com/office/drawing/2014/main" id="{C04D232F-0916-D0E9-4126-5D547A6BCBD3}"/>
                </a:ext>
              </a:extLst>
            </p:cNvPr>
            <p:cNvSpPr/>
            <p:nvPr/>
          </p:nvSpPr>
          <p:spPr>
            <a:xfrm>
              <a:off x="731520" y="3849116"/>
              <a:ext cx="2651760" cy="20116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rmAutofit lnSpcReduction="10000"/>
            </a:bodyPr>
            <a:lstStyle/>
            <a:p>
              <a:pPr marL="0" indent="0" algn="ctr">
                <a:buNone/>
              </a:pPr>
              <a:r>
                <a:rPr lang="en-US" sz="1400" b="1" dirty="0">
                  <a:solidFill>
                    <a:srgbClr val="FFC000"/>
                  </a:solidFill>
                  <a:latin typeface="Aptos" panose="020B0004020202020204" pitchFamily="34" charset="0"/>
                  <a:ea typeface="Arial" pitchFamily="34" charset="-122"/>
                  <a:cs typeface="Arial" pitchFamily="34" charset="-120"/>
                </a:rPr>
                <a:t>Signal</a:t>
              </a:r>
              <a:endParaRPr lang="en-US" sz="1200" dirty="0">
                <a:solidFill>
                  <a:srgbClr val="FFC000"/>
                </a:solidFill>
                <a:latin typeface="Aptos" panose="020B0004020202020204" pitchFamily="34" charset="0"/>
              </a:endParaRPr>
            </a:p>
          </p:txBody>
        </p:sp>
        <p:sp>
          <p:nvSpPr>
            <p:cNvPr id="58" name="Shape 15">
              <a:extLst>
                <a:ext uri="{FF2B5EF4-FFF2-40B4-BE49-F238E27FC236}">
                  <a16:creationId xmlns:a16="http://schemas.microsoft.com/office/drawing/2014/main" id="{78C1F9E2-0F83-7743-CE05-8CDE5CB76ED5}"/>
                </a:ext>
              </a:extLst>
            </p:cNvPr>
            <p:cNvSpPr/>
            <p:nvPr/>
          </p:nvSpPr>
          <p:spPr>
            <a:xfrm>
              <a:off x="3429000" y="3739388"/>
              <a:ext cx="4023360" cy="338328"/>
            </a:xfrm>
            <a:prstGeom prst="rect">
              <a:avLst/>
            </a:prstGeom>
            <a:solidFill>
              <a:srgbClr val="0E55A7"/>
            </a:solidFill>
            <a:ln w="12700">
              <a:solidFill>
                <a:srgbClr val="D8E2EF">
                  <a:alpha val="60000"/>
                </a:srgbClr>
              </a:solidFill>
              <a:prstDash val="solid"/>
            </a:ln>
          </p:spPr>
          <p:txBody>
            <a:bodyPr/>
            <a:lstStyle/>
            <a:p>
              <a:endParaRPr lang="en-PH" sz="1200">
                <a:solidFill>
                  <a:schemeClr val="bg1"/>
                </a:solidFill>
                <a:latin typeface="Aptos" panose="020B0004020202020204" pitchFamily="34" charset="0"/>
              </a:endParaRPr>
            </a:p>
          </p:txBody>
        </p:sp>
        <p:sp>
          <p:nvSpPr>
            <p:cNvPr id="60" name="Text 16">
              <a:extLst>
                <a:ext uri="{FF2B5EF4-FFF2-40B4-BE49-F238E27FC236}">
                  <a16:creationId xmlns:a16="http://schemas.microsoft.com/office/drawing/2014/main" id="{08074E65-C3AA-F55C-CF4E-173597F6BA7C}"/>
                </a:ext>
              </a:extLst>
            </p:cNvPr>
            <p:cNvSpPr/>
            <p:nvPr/>
          </p:nvSpPr>
          <p:spPr>
            <a:xfrm>
              <a:off x="3474720" y="3849116"/>
              <a:ext cx="3931920" cy="20116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Autofit/>
            </a:bodyPr>
            <a:lstStyle/>
            <a:p>
              <a:pPr marL="0" indent="0" algn="ctr">
                <a:buNone/>
              </a:pPr>
              <a:r>
                <a:rPr lang="en-US" sz="1400" b="1" dirty="0">
                  <a:solidFill>
                    <a:srgbClr val="FFC000"/>
                  </a:solidFill>
                  <a:latin typeface="Aptos" panose="020B0004020202020204" pitchFamily="34" charset="0"/>
                  <a:ea typeface="Arial" pitchFamily="34" charset="-122"/>
                  <a:cs typeface="Arial" pitchFamily="34" charset="-120"/>
                </a:rPr>
                <a:t>Observed pattern</a:t>
              </a:r>
              <a:endParaRPr lang="en-US" sz="1400" dirty="0">
                <a:solidFill>
                  <a:srgbClr val="FFC000"/>
                </a:solidFill>
                <a:latin typeface="Aptos" panose="020B0004020202020204" pitchFamily="34" charset="0"/>
              </a:endParaRPr>
            </a:p>
          </p:txBody>
        </p:sp>
        <p:sp>
          <p:nvSpPr>
            <p:cNvPr id="62" name="Shape 17">
              <a:extLst>
                <a:ext uri="{FF2B5EF4-FFF2-40B4-BE49-F238E27FC236}">
                  <a16:creationId xmlns:a16="http://schemas.microsoft.com/office/drawing/2014/main" id="{891C8182-F60F-824D-AADB-C1F0541CA372}"/>
                </a:ext>
              </a:extLst>
            </p:cNvPr>
            <p:cNvSpPr/>
            <p:nvPr/>
          </p:nvSpPr>
          <p:spPr>
            <a:xfrm>
              <a:off x="7452360" y="3739388"/>
              <a:ext cx="3794760" cy="338328"/>
            </a:xfrm>
            <a:prstGeom prst="rect">
              <a:avLst/>
            </a:prstGeom>
            <a:solidFill>
              <a:srgbClr val="0E55A7"/>
            </a:solidFill>
            <a:ln w="12700">
              <a:solidFill>
                <a:srgbClr val="D8E2EF">
                  <a:alpha val="60000"/>
                </a:srgbClr>
              </a:solidFill>
              <a:prstDash val="solid"/>
            </a:ln>
          </p:spPr>
          <p:txBody>
            <a:bodyPr/>
            <a:lstStyle/>
            <a:p>
              <a:endParaRPr lang="en-PH" sz="1200">
                <a:solidFill>
                  <a:schemeClr val="bg1"/>
                </a:solidFill>
                <a:latin typeface="Aptos" panose="020B0004020202020204" pitchFamily="34" charset="0"/>
              </a:endParaRPr>
            </a:p>
          </p:txBody>
        </p:sp>
        <p:sp>
          <p:nvSpPr>
            <p:cNvPr id="64" name="Text 18">
              <a:extLst>
                <a:ext uri="{FF2B5EF4-FFF2-40B4-BE49-F238E27FC236}">
                  <a16:creationId xmlns:a16="http://schemas.microsoft.com/office/drawing/2014/main" id="{2AC9CAD4-8F17-634B-2558-F11E005E2B00}"/>
                </a:ext>
              </a:extLst>
            </p:cNvPr>
            <p:cNvSpPr/>
            <p:nvPr/>
          </p:nvSpPr>
          <p:spPr>
            <a:xfrm>
              <a:off x="7498080" y="3849116"/>
              <a:ext cx="3703320" cy="20116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rmAutofit lnSpcReduction="10000"/>
            </a:bodyPr>
            <a:lstStyle/>
            <a:p>
              <a:pPr marL="0" indent="0" algn="ctr">
                <a:buNone/>
              </a:pPr>
              <a:r>
                <a:rPr lang="en-US" sz="1400" b="1" dirty="0">
                  <a:solidFill>
                    <a:srgbClr val="FFC000"/>
                  </a:solidFill>
                  <a:latin typeface="Aptos" panose="020B0004020202020204" pitchFamily="34" charset="0"/>
                  <a:ea typeface="Arial" pitchFamily="34" charset="-122"/>
                  <a:cs typeface="Arial" pitchFamily="34" charset="-120"/>
                </a:rPr>
                <a:t>Modeling relevance</a:t>
              </a:r>
              <a:endParaRPr lang="en-US" sz="1400" dirty="0">
                <a:solidFill>
                  <a:srgbClr val="FFC000"/>
                </a:solidFill>
                <a:latin typeface="Aptos" panose="020B0004020202020204" pitchFamily="34" charset="0"/>
              </a:endParaRPr>
            </a:p>
          </p:txBody>
        </p:sp>
        <p:sp>
          <p:nvSpPr>
            <p:cNvPr id="66" name="Shape 19">
              <a:extLst>
                <a:ext uri="{FF2B5EF4-FFF2-40B4-BE49-F238E27FC236}">
                  <a16:creationId xmlns:a16="http://schemas.microsoft.com/office/drawing/2014/main" id="{0FD55E00-ABA2-A689-B920-2623C9052137}"/>
                </a:ext>
              </a:extLst>
            </p:cNvPr>
            <p:cNvSpPr/>
            <p:nvPr/>
          </p:nvSpPr>
          <p:spPr>
            <a:xfrm>
              <a:off x="685800" y="4077716"/>
              <a:ext cx="2743200" cy="338328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D8E2EF">
                  <a:alpha val="55000"/>
                </a:srgbClr>
              </a:solidFill>
              <a:prstDash val="solid"/>
            </a:ln>
          </p:spPr>
          <p:txBody>
            <a:bodyPr/>
            <a:lstStyle/>
            <a:p>
              <a:endParaRPr lang="en-PH" sz="1200">
                <a:solidFill>
                  <a:schemeClr val="bg1"/>
                </a:solidFill>
                <a:latin typeface="Aptos" panose="020B0004020202020204" pitchFamily="34" charset="0"/>
              </a:endParaRPr>
            </a:p>
          </p:txBody>
        </p:sp>
        <p:sp>
          <p:nvSpPr>
            <p:cNvPr id="68" name="Text 20">
              <a:extLst>
                <a:ext uri="{FF2B5EF4-FFF2-40B4-BE49-F238E27FC236}">
                  <a16:creationId xmlns:a16="http://schemas.microsoft.com/office/drawing/2014/main" id="{4917B248-5740-A65D-F8C7-0DBCCDD27F9B}"/>
                </a:ext>
              </a:extLst>
            </p:cNvPr>
            <p:cNvSpPr/>
            <p:nvPr/>
          </p:nvSpPr>
          <p:spPr>
            <a:xfrm>
              <a:off x="731520" y="4169156"/>
              <a:ext cx="2651760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1200" dirty="0">
                  <a:solidFill>
                    <a:schemeClr val="bg1"/>
                  </a:solidFill>
                  <a:latin typeface="Aptos" panose="020B0004020202020204" pitchFamily="34" charset="0"/>
                  <a:ea typeface="Arial" pitchFamily="34" charset="-122"/>
                  <a:cs typeface="Arial" pitchFamily="34" charset="-120"/>
                </a:rPr>
                <a:t>Multiple emails/device</a:t>
              </a:r>
              <a:endParaRPr lang="en-US" sz="1200" dirty="0">
                <a:solidFill>
                  <a:schemeClr val="bg1"/>
                </a:solidFill>
                <a:latin typeface="Aptos" panose="020B0004020202020204" pitchFamily="34" charset="0"/>
              </a:endParaRPr>
            </a:p>
          </p:txBody>
        </p:sp>
        <p:sp>
          <p:nvSpPr>
            <p:cNvPr id="70" name="Shape 21">
              <a:extLst>
                <a:ext uri="{FF2B5EF4-FFF2-40B4-BE49-F238E27FC236}">
                  <a16:creationId xmlns:a16="http://schemas.microsoft.com/office/drawing/2014/main" id="{AEF40A4F-3B88-B201-98DC-B13860141539}"/>
                </a:ext>
              </a:extLst>
            </p:cNvPr>
            <p:cNvSpPr/>
            <p:nvPr/>
          </p:nvSpPr>
          <p:spPr>
            <a:xfrm>
              <a:off x="3429000" y="4077716"/>
              <a:ext cx="4023360" cy="338328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D8E2EF">
                  <a:alpha val="55000"/>
                </a:srgbClr>
              </a:solidFill>
              <a:prstDash val="solid"/>
            </a:ln>
          </p:spPr>
          <p:txBody>
            <a:bodyPr/>
            <a:lstStyle/>
            <a:p>
              <a:endParaRPr lang="en-PH" sz="1200">
                <a:solidFill>
                  <a:schemeClr val="bg1"/>
                </a:solidFill>
                <a:latin typeface="Aptos" panose="020B0004020202020204" pitchFamily="34" charset="0"/>
              </a:endParaRPr>
            </a:p>
          </p:txBody>
        </p:sp>
        <p:sp>
          <p:nvSpPr>
            <p:cNvPr id="72" name="Text 22">
              <a:extLst>
                <a:ext uri="{FF2B5EF4-FFF2-40B4-BE49-F238E27FC236}">
                  <a16:creationId xmlns:a16="http://schemas.microsoft.com/office/drawing/2014/main" id="{1FA43D1E-D732-9056-4AC8-A938761CA5C2}"/>
                </a:ext>
              </a:extLst>
            </p:cNvPr>
            <p:cNvSpPr/>
            <p:nvPr/>
          </p:nvSpPr>
          <p:spPr>
            <a:xfrm>
              <a:off x="3474720" y="4169156"/>
              <a:ext cx="3931920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1200" dirty="0">
                  <a:solidFill>
                    <a:schemeClr val="bg1"/>
                  </a:solidFill>
                  <a:latin typeface="Aptos" panose="020B0004020202020204" pitchFamily="34" charset="0"/>
                  <a:ea typeface="Arial" pitchFamily="34" charset="-122"/>
                  <a:cs typeface="Arial" pitchFamily="34" charset="-120"/>
                </a:rPr>
                <a:t>Fraud rate about 4.09%</a:t>
              </a:r>
              <a:endParaRPr lang="en-US" sz="1200" dirty="0">
                <a:solidFill>
                  <a:schemeClr val="bg1"/>
                </a:solidFill>
                <a:latin typeface="Aptos" panose="020B0004020202020204" pitchFamily="34" charset="0"/>
              </a:endParaRPr>
            </a:p>
          </p:txBody>
        </p:sp>
        <p:sp>
          <p:nvSpPr>
            <p:cNvPr id="74" name="Shape 23">
              <a:extLst>
                <a:ext uri="{FF2B5EF4-FFF2-40B4-BE49-F238E27FC236}">
                  <a16:creationId xmlns:a16="http://schemas.microsoft.com/office/drawing/2014/main" id="{920D447C-3F26-87B5-5269-3A56F4E80B41}"/>
                </a:ext>
              </a:extLst>
            </p:cNvPr>
            <p:cNvSpPr/>
            <p:nvPr/>
          </p:nvSpPr>
          <p:spPr>
            <a:xfrm>
              <a:off x="7452360" y="4077716"/>
              <a:ext cx="3794760" cy="338328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D8E2EF">
                  <a:alpha val="55000"/>
                </a:srgbClr>
              </a:solidFill>
              <a:prstDash val="solid"/>
            </a:ln>
          </p:spPr>
          <p:txBody>
            <a:bodyPr/>
            <a:lstStyle/>
            <a:p>
              <a:endParaRPr lang="en-PH" sz="1200">
                <a:solidFill>
                  <a:schemeClr val="bg1"/>
                </a:solidFill>
                <a:latin typeface="Aptos" panose="020B0004020202020204" pitchFamily="34" charset="0"/>
              </a:endParaRPr>
            </a:p>
          </p:txBody>
        </p:sp>
        <p:sp>
          <p:nvSpPr>
            <p:cNvPr id="76" name="Text 24">
              <a:extLst>
                <a:ext uri="{FF2B5EF4-FFF2-40B4-BE49-F238E27FC236}">
                  <a16:creationId xmlns:a16="http://schemas.microsoft.com/office/drawing/2014/main" id="{8F0C12C3-A7DF-BC3D-8496-9BA653322344}"/>
                </a:ext>
              </a:extLst>
            </p:cNvPr>
            <p:cNvSpPr/>
            <p:nvPr/>
          </p:nvSpPr>
          <p:spPr>
            <a:xfrm>
              <a:off x="7498080" y="4169156"/>
              <a:ext cx="3703320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1200" dirty="0">
                  <a:solidFill>
                    <a:schemeClr val="bg1"/>
                  </a:solidFill>
                  <a:latin typeface="Aptos" panose="020B0004020202020204" pitchFamily="34" charset="0"/>
                  <a:ea typeface="Arial" pitchFamily="34" charset="-122"/>
                  <a:cs typeface="Arial" pitchFamily="34" charset="-120"/>
                </a:rPr>
                <a:t>Device identity risk</a:t>
              </a:r>
              <a:endParaRPr lang="en-US" sz="1200" dirty="0">
                <a:solidFill>
                  <a:schemeClr val="bg1"/>
                </a:solidFill>
                <a:latin typeface="Aptos" panose="020B0004020202020204" pitchFamily="34" charset="0"/>
              </a:endParaRPr>
            </a:p>
          </p:txBody>
        </p:sp>
        <p:sp>
          <p:nvSpPr>
            <p:cNvPr id="78" name="Shape 25">
              <a:extLst>
                <a:ext uri="{FF2B5EF4-FFF2-40B4-BE49-F238E27FC236}">
                  <a16:creationId xmlns:a16="http://schemas.microsoft.com/office/drawing/2014/main" id="{453B81B4-0999-F5B9-0A95-C16ECA5B032C}"/>
                </a:ext>
              </a:extLst>
            </p:cNvPr>
            <p:cNvSpPr/>
            <p:nvPr/>
          </p:nvSpPr>
          <p:spPr>
            <a:xfrm>
              <a:off x="685800" y="4416044"/>
              <a:ext cx="2743200" cy="338328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D8E2EF">
                  <a:alpha val="55000"/>
                </a:srgbClr>
              </a:solidFill>
              <a:prstDash val="solid"/>
            </a:ln>
          </p:spPr>
          <p:txBody>
            <a:bodyPr/>
            <a:lstStyle/>
            <a:p>
              <a:endParaRPr lang="en-PH" sz="1200">
                <a:solidFill>
                  <a:schemeClr val="bg1"/>
                </a:solidFill>
                <a:latin typeface="Aptos" panose="020B0004020202020204" pitchFamily="34" charset="0"/>
              </a:endParaRPr>
            </a:p>
          </p:txBody>
        </p:sp>
        <p:sp>
          <p:nvSpPr>
            <p:cNvPr id="80" name="Text 26">
              <a:extLst>
                <a:ext uri="{FF2B5EF4-FFF2-40B4-BE49-F238E27FC236}">
                  <a16:creationId xmlns:a16="http://schemas.microsoft.com/office/drawing/2014/main" id="{5C3624AE-74AA-B669-B3F1-1B8E6BBE4576}"/>
                </a:ext>
              </a:extLst>
            </p:cNvPr>
            <p:cNvSpPr/>
            <p:nvPr/>
          </p:nvSpPr>
          <p:spPr>
            <a:xfrm>
              <a:off x="731520" y="4507484"/>
              <a:ext cx="2651760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1200" dirty="0">
                  <a:solidFill>
                    <a:schemeClr val="bg1"/>
                  </a:solidFill>
                  <a:latin typeface="Aptos" panose="020B0004020202020204" pitchFamily="34" charset="0"/>
                  <a:ea typeface="Arial" pitchFamily="34" charset="-122"/>
                  <a:cs typeface="Arial" pitchFamily="34" charset="-120"/>
                </a:rPr>
                <a:t>Low name-email similarity</a:t>
              </a:r>
              <a:endParaRPr lang="en-US" sz="1200" dirty="0">
                <a:solidFill>
                  <a:schemeClr val="bg1"/>
                </a:solidFill>
                <a:latin typeface="Aptos" panose="020B0004020202020204" pitchFamily="34" charset="0"/>
              </a:endParaRPr>
            </a:p>
          </p:txBody>
        </p:sp>
        <p:sp>
          <p:nvSpPr>
            <p:cNvPr id="82" name="Shape 27">
              <a:extLst>
                <a:ext uri="{FF2B5EF4-FFF2-40B4-BE49-F238E27FC236}">
                  <a16:creationId xmlns:a16="http://schemas.microsoft.com/office/drawing/2014/main" id="{18801100-9C90-D020-4BE2-8F4918F22A0C}"/>
                </a:ext>
              </a:extLst>
            </p:cNvPr>
            <p:cNvSpPr/>
            <p:nvPr/>
          </p:nvSpPr>
          <p:spPr>
            <a:xfrm>
              <a:off x="3429000" y="4416044"/>
              <a:ext cx="4023360" cy="338328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D8E2EF">
                  <a:alpha val="55000"/>
                </a:srgbClr>
              </a:solidFill>
              <a:prstDash val="solid"/>
            </a:ln>
          </p:spPr>
          <p:txBody>
            <a:bodyPr/>
            <a:lstStyle/>
            <a:p>
              <a:endParaRPr lang="en-PH" sz="1200">
                <a:solidFill>
                  <a:schemeClr val="bg1"/>
                </a:solidFill>
                <a:latin typeface="Aptos" panose="020B0004020202020204" pitchFamily="34" charset="0"/>
              </a:endParaRPr>
            </a:p>
          </p:txBody>
        </p:sp>
        <p:sp>
          <p:nvSpPr>
            <p:cNvPr id="84" name="Text 28">
              <a:extLst>
                <a:ext uri="{FF2B5EF4-FFF2-40B4-BE49-F238E27FC236}">
                  <a16:creationId xmlns:a16="http://schemas.microsoft.com/office/drawing/2014/main" id="{1FEC6850-9315-A0AC-FE58-35950AEE752C}"/>
                </a:ext>
              </a:extLst>
            </p:cNvPr>
            <p:cNvSpPr/>
            <p:nvPr/>
          </p:nvSpPr>
          <p:spPr>
            <a:xfrm>
              <a:off x="3474720" y="4507484"/>
              <a:ext cx="3931920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1200" dirty="0">
                  <a:solidFill>
                    <a:schemeClr val="bg1"/>
                  </a:solidFill>
                  <a:latin typeface="Aptos" panose="020B0004020202020204" pitchFamily="34" charset="0"/>
                  <a:ea typeface="Arial" pitchFamily="34" charset="-122"/>
                  <a:cs typeface="Arial" pitchFamily="34" charset="-120"/>
                </a:rPr>
                <a:t>Fraud rate about 1.91%</a:t>
              </a:r>
              <a:endParaRPr lang="en-US" sz="1200" dirty="0">
                <a:solidFill>
                  <a:schemeClr val="bg1"/>
                </a:solidFill>
                <a:latin typeface="Aptos" panose="020B0004020202020204" pitchFamily="34" charset="0"/>
              </a:endParaRPr>
            </a:p>
          </p:txBody>
        </p:sp>
        <p:sp>
          <p:nvSpPr>
            <p:cNvPr id="86" name="Shape 29">
              <a:extLst>
                <a:ext uri="{FF2B5EF4-FFF2-40B4-BE49-F238E27FC236}">
                  <a16:creationId xmlns:a16="http://schemas.microsoft.com/office/drawing/2014/main" id="{8B943C48-3FB9-5A73-C68E-E03F65E4AAC1}"/>
                </a:ext>
              </a:extLst>
            </p:cNvPr>
            <p:cNvSpPr/>
            <p:nvPr/>
          </p:nvSpPr>
          <p:spPr>
            <a:xfrm>
              <a:off x="7452360" y="4416044"/>
              <a:ext cx="3794760" cy="338328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D8E2EF">
                  <a:alpha val="55000"/>
                </a:srgbClr>
              </a:solidFill>
              <a:prstDash val="solid"/>
            </a:ln>
          </p:spPr>
          <p:txBody>
            <a:bodyPr/>
            <a:lstStyle/>
            <a:p>
              <a:endParaRPr lang="en-PH" sz="1200">
                <a:solidFill>
                  <a:schemeClr val="bg1"/>
                </a:solidFill>
                <a:latin typeface="Aptos" panose="020B0004020202020204" pitchFamily="34" charset="0"/>
              </a:endParaRPr>
            </a:p>
          </p:txBody>
        </p:sp>
        <p:sp>
          <p:nvSpPr>
            <p:cNvPr id="88" name="Text 30">
              <a:extLst>
                <a:ext uri="{FF2B5EF4-FFF2-40B4-BE49-F238E27FC236}">
                  <a16:creationId xmlns:a16="http://schemas.microsoft.com/office/drawing/2014/main" id="{4F95BFF3-840B-8265-914B-C4EA5B614F0C}"/>
                </a:ext>
              </a:extLst>
            </p:cNvPr>
            <p:cNvSpPr/>
            <p:nvPr/>
          </p:nvSpPr>
          <p:spPr>
            <a:xfrm>
              <a:off x="7498080" y="4507484"/>
              <a:ext cx="3703320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1200" dirty="0">
                  <a:solidFill>
                    <a:schemeClr val="bg1"/>
                  </a:solidFill>
                  <a:latin typeface="Aptos" panose="020B0004020202020204" pitchFamily="34" charset="0"/>
                  <a:ea typeface="Arial" pitchFamily="34" charset="-122"/>
                  <a:cs typeface="Arial" pitchFamily="34" charset="-120"/>
                </a:rPr>
                <a:t>Identity consistency</a:t>
              </a:r>
              <a:endParaRPr lang="en-US" sz="1200" dirty="0">
                <a:solidFill>
                  <a:schemeClr val="bg1"/>
                </a:solidFill>
                <a:latin typeface="Aptos" panose="020B0004020202020204" pitchFamily="34" charset="0"/>
              </a:endParaRPr>
            </a:p>
          </p:txBody>
        </p:sp>
        <p:sp>
          <p:nvSpPr>
            <p:cNvPr id="90" name="Shape 31">
              <a:extLst>
                <a:ext uri="{FF2B5EF4-FFF2-40B4-BE49-F238E27FC236}">
                  <a16:creationId xmlns:a16="http://schemas.microsoft.com/office/drawing/2014/main" id="{AD4FDA07-5827-C722-544B-79AE20C7A941}"/>
                </a:ext>
              </a:extLst>
            </p:cNvPr>
            <p:cNvSpPr/>
            <p:nvPr/>
          </p:nvSpPr>
          <p:spPr>
            <a:xfrm>
              <a:off x="685800" y="4754372"/>
              <a:ext cx="2743200" cy="338328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D8E2EF">
                  <a:alpha val="55000"/>
                </a:srgbClr>
              </a:solidFill>
              <a:prstDash val="solid"/>
            </a:ln>
          </p:spPr>
          <p:txBody>
            <a:bodyPr/>
            <a:lstStyle/>
            <a:p>
              <a:endParaRPr lang="en-PH" sz="1200">
                <a:solidFill>
                  <a:schemeClr val="bg1"/>
                </a:solidFill>
                <a:latin typeface="Aptos" panose="020B0004020202020204" pitchFamily="34" charset="0"/>
              </a:endParaRPr>
            </a:p>
          </p:txBody>
        </p:sp>
        <p:sp>
          <p:nvSpPr>
            <p:cNvPr id="92" name="Text 32">
              <a:extLst>
                <a:ext uri="{FF2B5EF4-FFF2-40B4-BE49-F238E27FC236}">
                  <a16:creationId xmlns:a16="http://schemas.microsoft.com/office/drawing/2014/main" id="{8AD071D4-4CC0-DDE8-1266-AAD791F1AE0E}"/>
                </a:ext>
              </a:extLst>
            </p:cNvPr>
            <p:cNvSpPr/>
            <p:nvPr/>
          </p:nvSpPr>
          <p:spPr>
            <a:xfrm>
              <a:off x="731520" y="4845812"/>
              <a:ext cx="2651760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1200" dirty="0">
                  <a:solidFill>
                    <a:schemeClr val="bg1"/>
                  </a:solidFill>
                  <a:latin typeface="Aptos" panose="020B0004020202020204" pitchFamily="34" charset="0"/>
                  <a:ea typeface="Arial" pitchFamily="34" charset="-122"/>
                  <a:cs typeface="Arial" pitchFamily="34" charset="-120"/>
                </a:rPr>
                <a:t>Oldest age bands</a:t>
              </a:r>
              <a:endParaRPr lang="en-US" sz="1200" dirty="0">
                <a:solidFill>
                  <a:schemeClr val="bg1"/>
                </a:solidFill>
                <a:latin typeface="Aptos" panose="020B0004020202020204" pitchFamily="34" charset="0"/>
              </a:endParaRPr>
            </a:p>
          </p:txBody>
        </p:sp>
        <p:sp>
          <p:nvSpPr>
            <p:cNvPr id="94" name="Shape 33">
              <a:extLst>
                <a:ext uri="{FF2B5EF4-FFF2-40B4-BE49-F238E27FC236}">
                  <a16:creationId xmlns:a16="http://schemas.microsoft.com/office/drawing/2014/main" id="{5A44B159-ABB2-1BAD-3150-270364D96CEC}"/>
                </a:ext>
              </a:extLst>
            </p:cNvPr>
            <p:cNvSpPr/>
            <p:nvPr/>
          </p:nvSpPr>
          <p:spPr>
            <a:xfrm>
              <a:off x="3429000" y="4754372"/>
              <a:ext cx="4023360" cy="338328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D8E2EF">
                  <a:alpha val="55000"/>
                </a:srgbClr>
              </a:solidFill>
              <a:prstDash val="solid"/>
            </a:ln>
          </p:spPr>
          <p:txBody>
            <a:bodyPr/>
            <a:lstStyle/>
            <a:p>
              <a:endParaRPr lang="en-PH" sz="1200">
                <a:solidFill>
                  <a:schemeClr val="bg1"/>
                </a:solidFill>
                <a:latin typeface="Aptos" panose="020B0004020202020204" pitchFamily="34" charset="0"/>
              </a:endParaRPr>
            </a:p>
          </p:txBody>
        </p:sp>
        <p:sp>
          <p:nvSpPr>
            <p:cNvPr id="96" name="Text 34">
              <a:extLst>
                <a:ext uri="{FF2B5EF4-FFF2-40B4-BE49-F238E27FC236}">
                  <a16:creationId xmlns:a16="http://schemas.microsoft.com/office/drawing/2014/main" id="{592F23FB-A87F-D2C5-EF8D-E27A2D7CAFD1}"/>
                </a:ext>
              </a:extLst>
            </p:cNvPr>
            <p:cNvSpPr/>
            <p:nvPr/>
          </p:nvSpPr>
          <p:spPr>
            <a:xfrm>
              <a:off x="3474720" y="4845812"/>
              <a:ext cx="3931920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1200" dirty="0">
                  <a:solidFill>
                    <a:schemeClr val="bg1"/>
                  </a:solidFill>
                  <a:latin typeface="Aptos" panose="020B0004020202020204" pitchFamily="34" charset="0"/>
                  <a:ea typeface="Arial" pitchFamily="34" charset="-122"/>
                  <a:cs typeface="Arial" pitchFamily="34" charset="-120"/>
                </a:rPr>
                <a:t>Fraud rate above 4%</a:t>
              </a:r>
              <a:endParaRPr lang="en-US" sz="1200" dirty="0">
                <a:solidFill>
                  <a:schemeClr val="bg1"/>
                </a:solidFill>
                <a:latin typeface="Aptos" panose="020B0004020202020204" pitchFamily="34" charset="0"/>
              </a:endParaRPr>
            </a:p>
          </p:txBody>
        </p:sp>
        <p:sp>
          <p:nvSpPr>
            <p:cNvPr id="98" name="Shape 35">
              <a:extLst>
                <a:ext uri="{FF2B5EF4-FFF2-40B4-BE49-F238E27FC236}">
                  <a16:creationId xmlns:a16="http://schemas.microsoft.com/office/drawing/2014/main" id="{566C6DB5-CE37-8994-BFB3-4164B1B3302F}"/>
                </a:ext>
              </a:extLst>
            </p:cNvPr>
            <p:cNvSpPr/>
            <p:nvPr/>
          </p:nvSpPr>
          <p:spPr>
            <a:xfrm>
              <a:off x="7452360" y="4754372"/>
              <a:ext cx="3794760" cy="338328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D8E2EF">
                  <a:alpha val="55000"/>
                </a:srgbClr>
              </a:solidFill>
              <a:prstDash val="solid"/>
            </a:ln>
          </p:spPr>
          <p:txBody>
            <a:bodyPr/>
            <a:lstStyle/>
            <a:p>
              <a:endParaRPr lang="en-PH" sz="1200">
                <a:solidFill>
                  <a:schemeClr val="bg1"/>
                </a:solidFill>
                <a:latin typeface="Aptos" panose="020B0004020202020204" pitchFamily="34" charset="0"/>
              </a:endParaRPr>
            </a:p>
          </p:txBody>
        </p:sp>
        <p:sp>
          <p:nvSpPr>
            <p:cNvPr id="100" name="Text 36">
              <a:extLst>
                <a:ext uri="{FF2B5EF4-FFF2-40B4-BE49-F238E27FC236}">
                  <a16:creationId xmlns:a16="http://schemas.microsoft.com/office/drawing/2014/main" id="{AD967FD1-6BB2-4D55-0669-C6155C89D4D3}"/>
                </a:ext>
              </a:extLst>
            </p:cNvPr>
            <p:cNvSpPr/>
            <p:nvPr/>
          </p:nvSpPr>
          <p:spPr>
            <a:xfrm>
              <a:off x="7498080" y="4845812"/>
              <a:ext cx="3703320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1200" dirty="0">
                  <a:solidFill>
                    <a:schemeClr val="bg1"/>
                  </a:solidFill>
                  <a:latin typeface="Aptos" panose="020B0004020202020204" pitchFamily="34" charset="0"/>
                  <a:ea typeface="Arial" pitchFamily="34" charset="-122"/>
                  <a:cs typeface="Arial" pitchFamily="34" charset="-120"/>
                </a:rPr>
                <a:t>Fairness/proxy review needed</a:t>
              </a:r>
              <a:endParaRPr lang="en-US" sz="1200" dirty="0">
                <a:solidFill>
                  <a:schemeClr val="bg1"/>
                </a:solidFill>
                <a:latin typeface="Aptos" panose="020B0004020202020204" pitchFamily="34" charset="0"/>
              </a:endParaRPr>
            </a:p>
          </p:txBody>
        </p:sp>
        <p:sp>
          <p:nvSpPr>
            <p:cNvPr id="102" name="Shape 37">
              <a:extLst>
                <a:ext uri="{FF2B5EF4-FFF2-40B4-BE49-F238E27FC236}">
                  <a16:creationId xmlns:a16="http://schemas.microsoft.com/office/drawing/2014/main" id="{73B81DE3-338D-96B0-EF07-E5CBC61F47C0}"/>
                </a:ext>
              </a:extLst>
            </p:cNvPr>
            <p:cNvSpPr/>
            <p:nvPr/>
          </p:nvSpPr>
          <p:spPr>
            <a:xfrm>
              <a:off x="685800" y="5092700"/>
              <a:ext cx="2743200" cy="338328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D8E2EF">
                  <a:alpha val="55000"/>
                </a:srgbClr>
              </a:solidFill>
              <a:prstDash val="solid"/>
            </a:ln>
          </p:spPr>
          <p:txBody>
            <a:bodyPr/>
            <a:lstStyle/>
            <a:p>
              <a:endParaRPr lang="en-PH" sz="1200">
                <a:solidFill>
                  <a:schemeClr val="bg1"/>
                </a:solidFill>
                <a:latin typeface="Aptos" panose="020B0004020202020204" pitchFamily="34" charset="0"/>
              </a:endParaRPr>
            </a:p>
          </p:txBody>
        </p:sp>
        <p:sp>
          <p:nvSpPr>
            <p:cNvPr id="104" name="Text 38">
              <a:extLst>
                <a:ext uri="{FF2B5EF4-FFF2-40B4-BE49-F238E27FC236}">
                  <a16:creationId xmlns:a16="http://schemas.microsoft.com/office/drawing/2014/main" id="{7686B342-1D42-ACB6-A30F-E46B8FAE2235}"/>
                </a:ext>
              </a:extLst>
            </p:cNvPr>
            <p:cNvSpPr/>
            <p:nvPr/>
          </p:nvSpPr>
          <p:spPr>
            <a:xfrm>
              <a:off x="731520" y="5184140"/>
              <a:ext cx="2651760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1200" dirty="0">
                  <a:solidFill>
                    <a:schemeClr val="bg1"/>
                  </a:solidFill>
                  <a:latin typeface="Aptos" panose="020B0004020202020204" pitchFamily="34" charset="0"/>
                  <a:ea typeface="Arial" pitchFamily="34" charset="-122"/>
                  <a:cs typeface="Arial" pitchFamily="34" charset="-120"/>
                </a:rPr>
                <a:t>TELEAPP channel</a:t>
              </a:r>
              <a:endParaRPr lang="en-US" sz="1200" dirty="0">
                <a:solidFill>
                  <a:schemeClr val="bg1"/>
                </a:solidFill>
                <a:latin typeface="Aptos" panose="020B0004020202020204" pitchFamily="34" charset="0"/>
              </a:endParaRPr>
            </a:p>
          </p:txBody>
        </p:sp>
        <p:sp>
          <p:nvSpPr>
            <p:cNvPr id="106" name="Shape 39">
              <a:extLst>
                <a:ext uri="{FF2B5EF4-FFF2-40B4-BE49-F238E27FC236}">
                  <a16:creationId xmlns:a16="http://schemas.microsoft.com/office/drawing/2014/main" id="{3F8E2035-838A-5D13-F495-AC82E5D6E76A}"/>
                </a:ext>
              </a:extLst>
            </p:cNvPr>
            <p:cNvSpPr/>
            <p:nvPr/>
          </p:nvSpPr>
          <p:spPr>
            <a:xfrm>
              <a:off x="3429000" y="5092700"/>
              <a:ext cx="4023360" cy="338328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D8E2EF">
                  <a:alpha val="55000"/>
                </a:srgbClr>
              </a:solidFill>
              <a:prstDash val="solid"/>
            </a:ln>
          </p:spPr>
          <p:txBody>
            <a:bodyPr/>
            <a:lstStyle/>
            <a:p>
              <a:endParaRPr lang="en-PH" sz="1200">
                <a:solidFill>
                  <a:schemeClr val="bg1"/>
                </a:solidFill>
                <a:latin typeface="Aptos" panose="020B0004020202020204" pitchFamily="34" charset="0"/>
              </a:endParaRPr>
            </a:p>
          </p:txBody>
        </p:sp>
        <p:sp>
          <p:nvSpPr>
            <p:cNvPr id="108" name="Text 40">
              <a:extLst>
                <a:ext uri="{FF2B5EF4-FFF2-40B4-BE49-F238E27FC236}">
                  <a16:creationId xmlns:a16="http://schemas.microsoft.com/office/drawing/2014/main" id="{D511F5CA-AF41-E200-AF1B-FDD11184C592}"/>
                </a:ext>
              </a:extLst>
            </p:cNvPr>
            <p:cNvSpPr/>
            <p:nvPr/>
          </p:nvSpPr>
          <p:spPr>
            <a:xfrm>
              <a:off x="3474720" y="5184140"/>
              <a:ext cx="3931920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1200" dirty="0">
                  <a:solidFill>
                    <a:schemeClr val="bg1"/>
                  </a:solidFill>
                  <a:latin typeface="Aptos" panose="020B0004020202020204" pitchFamily="34" charset="0"/>
                  <a:ea typeface="Arial" pitchFamily="34" charset="-122"/>
                  <a:cs typeface="Arial" pitchFamily="34" charset="-120"/>
                </a:rPr>
                <a:t>Fraud rate about 1.59%</a:t>
              </a:r>
              <a:endParaRPr lang="en-US" sz="1200" dirty="0">
                <a:solidFill>
                  <a:schemeClr val="bg1"/>
                </a:solidFill>
                <a:latin typeface="Aptos" panose="020B0004020202020204" pitchFamily="34" charset="0"/>
              </a:endParaRPr>
            </a:p>
          </p:txBody>
        </p:sp>
        <p:sp>
          <p:nvSpPr>
            <p:cNvPr id="110" name="Shape 41">
              <a:extLst>
                <a:ext uri="{FF2B5EF4-FFF2-40B4-BE49-F238E27FC236}">
                  <a16:creationId xmlns:a16="http://schemas.microsoft.com/office/drawing/2014/main" id="{3D7194E6-9354-7291-79C1-2899B63D96DB}"/>
                </a:ext>
              </a:extLst>
            </p:cNvPr>
            <p:cNvSpPr/>
            <p:nvPr/>
          </p:nvSpPr>
          <p:spPr>
            <a:xfrm>
              <a:off x="7452360" y="5092700"/>
              <a:ext cx="3794760" cy="338328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D8E2EF">
                  <a:alpha val="55000"/>
                </a:srgbClr>
              </a:solidFill>
              <a:prstDash val="solid"/>
            </a:ln>
          </p:spPr>
          <p:txBody>
            <a:bodyPr/>
            <a:lstStyle/>
            <a:p>
              <a:endParaRPr lang="en-PH" sz="1200">
                <a:solidFill>
                  <a:schemeClr val="bg1"/>
                </a:solidFill>
                <a:latin typeface="Aptos" panose="020B0004020202020204" pitchFamily="34" charset="0"/>
              </a:endParaRPr>
            </a:p>
          </p:txBody>
        </p:sp>
        <p:sp>
          <p:nvSpPr>
            <p:cNvPr id="112" name="Text 42">
              <a:extLst>
                <a:ext uri="{FF2B5EF4-FFF2-40B4-BE49-F238E27FC236}">
                  <a16:creationId xmlns:a16="http://schemas.microsoft.com/office/drawing/2014/main" id="{04084BA5-F4FC-858F-2B58-9841A5C775ED}"/>
                </a:ext>
              </a:extLst>
            </p:cNvPr>
            <p:cNvSpPr/>
            <p:nvPr/>
          </p:nvSpPr>
          <p:spPr>
            <a:xfrm>
              <a:off x="7498080" y="5184140"/>
              <a:ext cx="3703320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1200" dirty="0">
                  <a:solidFill>
                    <a:schemeClr val="bg1"/>
                  </a:solidFill>
                  <a:latin typeface="Aptos" panose="020B0004020202020204" pitchFamily="34" charset="0"/>
                  <a:ea typeface="Arial" pitchFamily="34" charset="-122"/>
                  <a:cs typeface="Arial" pitchFamily="34" charset="-120"/>
                </a:rPr>
                <a:t>Channel risk indicator</a:t>
              </a:r>
              <a:endParaRPr lang="en-US" sz="1200" dirty="0">
                <a:solidFill>
                  <a:schemeClr val="bg1"/>
                </a:solidFill>
                <a:latin typeface="Aptos" panose="020B000402020202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87651795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C396234-768C-CCAF-08F2-4511F2537B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10F4DAF-8B6E-CD2F-594C-D01FAB6583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BE128B0D-3AA5-ABBF-3E96-6E8B2610031A}"/>
              </a:ext>
            </a:extLst>
          </p:cNvPr>
          <p:cNvSpPr/>
          <p:nvPr/>
        </p:nvSpPr>
        <p:spPr>
          <a:xfrm>
            <a:off x="396240" y="6335776"/>
            <a:ext cx="6217920" cy="440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>
                    <a:lumMod val="85000"/>
                  </a:schemeClr>
                </a:solidFill>
                <a:latin typeface="Aptos" panose="020B0004020202020204" pitchFamily="34" charset="0"/>
                <a:ea typeface="Arial" pitchFamily="34" charset="-122"/>
                <a:cs typeface="Arial" pitchFamily="34" charset="-120"/>
              </a:rPr>
              <a:t>Bank Account Fraud Detection | Technical Presentation</a:t>
            </a:r>
            <a:endParaRPr lang="en-US" sz="1400" dirty="0">
              <a:solidFill>
                <a:schemeClr val="tx1">
                  <a:lumMod val="85000"/>
                </a:schemeClr>
              </a:solidFill>
              <a:latin typeface="Aptos" panose="020B0004020202020204" pitchFamily="34" charset="0"/>
            </a:endParaRPr>
          </a:p>
        </p:txBody>
      </p:sp>
      <p:sp>
        <p:nvSpPr>
          <p:cNvPr id="9" name="Text 0">
            <a:extLst>
              <a:ext uri="{FF2B5EF4-FFF2-40B4-BE49-F238E27FC236}">
                <a16:creationId xmlns:a16="http://schemas.microsoft.com/office/drawing/2014/main" id="{D864A2B7-A78A-3944-94F1-853C6E09357B}"/>
              </a:ext>
            </a:extLst>
          </p:cNvPr>
          <p:cNvSpPr/>
          <p:nvPr/>
        </p:nvSpPr>
        <p:spPr>
          <a:xfrm>
            <a:off x="566928" y="411480"/>
            <a:ext cx="10515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tx1">
                    <a:lumMod val="95000"/>
                  </a:schemeClr>
                </a:solidFill>
                <a:latin typeface="Aptos" panose="020B0004020202020204" pitchFamily="34" charset="0"/>
                <a:ea typeface="Arial" pitchFamily="34" charset="-122"/>
                <a:cs typeface="Arial" pitchFamily="34" charset="-120"/>
              </a:rPr>
              <a:t>03  ·  MODEL  DEVELOPMENT</a:t>
            </a:r>
            <a:endParaRPr lang="en-US" sz="2000" dirty="0">
              <a:solidFill>
                <a:schemeClr val="tx1">
                  <a:lumMod val="95000"/>
                </a:schemeClr>
              </a:solidFill>
              <a:latin typeface="Aptos" panose="020B0004020202020204" pitchFamily="34" charset="0"/>
            </a:endParaRPr>
          </a:p>
        </p:txBody>
      </p:sp>
      <p:sp>
        <p:nvSpPr>
          <p:cNvPr id="11" name="Text 1">
            <a:extLst>
              <a:ext uri="{FF2B5EF4-FFF2-40B4-BE49-F238E27FC236}">
                <a16:creationId xmlns:a16="http://schemas.microsoft.com/office/drawing/2014/main" id="{4B4D6EFD-4D85-B985-F5ED-D328851E5AF1}"/>
              </a:ext>
            </a:extLst>
          </p:cNvPr>
          <p:cNvSpPr/>
          <p:nvPr/>
        </p:nvSpPr>
        <p:spPr>
          <a:xfrm>
            <a:off x="566928" y="786384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chemeClr val="accent6">
                    <a:lumMod val="60000"/>
                    <a:lumOff val="40000"/>
                  </a:schemeClr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Model Comparison and Champion Selection</a:t>
            </a:r>
            <a:endParaRPr lang="en-US" sz="28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15" name="Text 2">
            <a:extLst>
              <a:ext uri="{FF2B5EF4-FFF2-40B4-BE49-F238E27FC236}">
                <a16:creationId xmlns:a16="http://schemas.microsoft.com/office/drawing/2014/main" id="{E60AA3D4-F265-6795-2892-88157B276DE1}"/>
              </a:ext>
            </a:extLst>
          </p:cNvPr>
          <p:cNvSpPr/>
          <p:nvPr/>
        </p:nvSpPr>
        <p:spPr>
          <a:xfrm>
            <a:off x="585216" y="1302512"/>
            <a:ext cx="10607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i="1" dirty="0">
                <a:latin typeface="Aptos" panose="020B0004020202020204" pitchFamily="34" charset="0"/>
                <a:ea typeface="Arial" pitchFamily="34" charset="-122"/>
                <a:cs typeface="Arial" pitchFamily="34" charset="-120"/>
              </a:rPr>
              <a:t>Tuning winner and validation champion were not the same - temporal validation was decisive.</a:t>
            </a:r>
            <a:endParaRPr lang="en-US" sz="1600" dirty="0">
              <a:latin typeface="Aptos" panose="020B0004020202020204" pitchFamily="34" charset="0"/>
            </a:endParaRPr>
          </a:p>
        </p:txBody>
      </p:sp>
      <p:sp>
        <p:nvSpPr>
          <p:cNvPr id="19" name="Shape 5">
            <a:extLst>
              <a:ext uri="{FF2B5EF4-FFF2-40B4-BE49-F238E27FC236}">
                <a16:creationId xmlns:a16="http://schemas.microsoft.com/office/drawing/2014/main" id="{42F3C6E3-821C-2DF2-A493-18DD3F23BCC1}"/>
              </a:ext>
            </a:extLst>
          </p:cNvPr>
          <p:cNvSpPr/>
          <p:nvPr/>
        </p:nvSpPr>
        <p:spPr>
          <a:xfrm>
            <a:off x="658368" y="2413000"/>
            <a:ext cx="4754880" cy="2194560"/>
          </a:xfrm>
          <a:prstGeom prst="rect">
            <a:avLst/>
          </a:prstGeom>
          <a:solidFill>
            <a:srgbClr val="DCEAF8"/>
          </a:solidFill>
          <a:ln w="12700">
            <a:solidFill>
              <a:srgbClr val="DCEAF8"/>
            </a:solidFill>
            <a:prstDash val="solid"/>
          </a:ln>
        </p:spPr>
        <p:txBody>
          <a:bodyPr/>
          <a:lstStyle/>
          <a:p>
            <a:endParaRPr lang="en-PH">
              <a:solidFill>
                <a:schemeClr val="bg1"/>
              </a:solidFill>
            </a:endParaRPr>
          </a:p>
        </p:txBody>
      </p:sp>
      <p:sp>
        <p:nvSpPr>
          <p:cNvPr id="23" name="Text 6">
            <a:extLst>
              <a:ext uri="{FF2B5EF4-FFF2-40B4-BE49-F238E27FC236}">
                <a16:creationId xmlns:a16="http://schemas.microsoft.com/office/drawing/2014/main" id="{14BC98F5-1F87-92AE-739D-A5CD7A004DDA}"/>
              </a:ext>
            </a:extLst>
          </p:cNvPr>
          <p:cNvSpPr/>
          <p:nvPr/>
        </p:nvSpPr>
        <p:spPr>
          <a:xfrm>
            <a:off x="658368" y="2184400"/>
            <a:ext cx="4754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C000"/>
                </a:solidFill>
                <a:latin typeface="Aptos" panose="020B0004020202020204" pitchFamily="34" charset="0"/>
                <a:ea typeface="Arial" pitchFamily="34" charset="-122"/>
                <a:cs typeface="Arial" pitchFamily="34" charset="-120"/>
              </a:rPr>
              <a:t>Cross-validated PR-AUC (development sample)</a:t>
            </a:r>
            <a:endParaRPr lang="en-US" sz="1600" b="1" dirty="0">
              <a:solidFill>
                <a:srgbClr val="FFC000"/>
              </a:solidFill>
              <a:latin typeface="Aptos" panose="020B0004020202020204" pitchFamily="34" charset="0"/>
            </a:endParaRPr>
          </a:p>
        </p:txBody>
      </p:sp>
      <p:sp>
        <p:nvSpPr>
          <p:cNvPr id="27" name="Shape 7">
            <a:extLst>
              <a:ext uri="{FF2B5EF4-FFF2-40B4-BE49-F238E27FC236}">
                <a16:creationId xmlns:a16="http://schemas.microsoft.com/office/drawing/2014/main" id="{D1A72BDE-74BC-0411-4C54-7A50F9F98676}"/>
              </a:ext>
            </a:extLst>
          </p:cNvPr>
          <p:cNvSpPr/>
          <p:nvPr/>
        </p:nvSpPr>
        <p:spPr>
          <a:xfrm>
            <a:off x="943661" y="3640483"/>
            <a:ext cx="618134" cy="509877"/>
          </a:xfrm>
          <a:prstGeom prst="rect">
            <a:avLst/>
          </a:prstGeom>
          <a:solidFill>
            <a:srgbClr val="90AFD9"/>
          </a:solidFill>
          <a:ln w="12700">
            <a:solidFill>
              <a:srgbClr val="90AFD9"/>
            </a:solidFill>
            <a:prstDash val="solid"/>
          </a:ln>
        </p:spPr>
        <p:txBody>
          <a:bodyPr/>
          <a:lstStyle/>
          <a:p>
            <a:endParaRPr lang="en-PH">
              <a:solidFill>
                <a:schemeClr val="bg1"/>
              </a:solidFill>
            </a:endParaRPr>
          </a:p>
        </p:txBody>
      </p:sp>
      <p:sp>
        <p:nvSpPr>
          <p:cNvPr id="31" name="Text 8">
            <a:extLst>
              <a:ext uri="{FF2B5EF4-FFF2-40B4-BE49-F238E27FC236}">
                <a16:creationId xmlns:a16="http://schemas.microsoft.com/office/drawing/2014/main" id="{04D73534-36A0-03CA-F989-59F27C8CE7AF}"/>
              </a:ext>
            </a:extLst>
          </p:cNvPr>
          <p:cNvSpPr/>
          <p:nvPr/>
        </p:nvSpPr>
        <p:spPr>
          <a:xfrm>
            <a:off x="760781" y="4223512"/>
            <a:ext cx="98389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  <a:latin typeface="Aptos" panose="020B0004020202020204" pitchFamily="34" charset="0"/>
                <a:ea typeface="Arial" pitchFamily="34" charset="-122"/>
                <a:cs typeface="Arial" pitchFamily="34" charset="-120"/>
              </a:rPr>
              <a:t>Decision Tree</a:t>
            </a:r>
            <a:endParaRPr lang="en-US" sz="1200" b="1" dirty="0">
              <a:solidFill>
                <a:schemeClr val="bg1"/>
              </a:solidFill>
              <a:latin typeface="Aptos" panose="020B0004020202020204" pitchFamily="34" charset="0"/>
            </a:endParaRPr>
          </a:p>
        </p:txBody>
      </p:sp>
      <p:sp>
        <p:nvSpPr>
          <p:cNvPr id="35" name="Text 9">
            <a:extLst>
              <a:ext uri="{FF2B5EF4-FFF2-40B4-BE49-F238E27FC236}">
                <a16:creationId xmlns:a16="http://schemas.microsoft.com/office/drawing/2014/main" id="{001DF740-5EB1-7411-D01D-92DF1DB64FDC}"/>
              </a:ext>
            </a:extLst>
          </p:cNvPr>
          <p:cNvSpPr/>
          <p:nvPr/>
        </p:nvSpPr>
        <p:spPr>
          <a:xfrm>
            <a:off x="779069" y="3384451"/>
            <a:ext cx="94731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chemeClr val="bg1"/>
                </a:solidFill>
                <a:latin typeface="Aptos" panose="020B0004020202020204" pitchFamily="34" charset="0"/>
                <a:ea typeface="Arial" pitchFamily="34" charset="-122"/>
                <a:cs typeface="Arial" pitchFamily="34" charset="-120"/>
              </a:rPr>
              <a:t>0.057</a:t>
            </a:r>
            <a:endParaRPr lang="en-US" sz="1200" dirty="0">
              <a:solidFill>
                <a:schemeClr val="bg1"/>
              </a:solidFill>
              <a:latin typeface="Aptos" panose="020B0004020202020204" pitchFamily="34" charset="0"/>
            </a:endParaRPr>
          </a:p>
        </p:txBody>
      </p:sp>
      <p:sp>
        <p:nvSpPr>
          <p:cNvPr id="39" name="Shape 10">
            <a:extLst>
              <a:ext uri="{FF2B5EF4-FFF2-40B4-BE49-F238E27FC236}">
                <a16:creationId xmlns:a16="http://schemas.microsoft.com/office/drawing/2014/main" id="{F6F929F1-1377-3417-27CC-48E575CFAF32}"/>
              </a:ext>
            </a:extLst>
          </p:cNvPr>
          <p:cNvSpPr/>
          <p:nvPr/>
        </p:nvSpPr>
        <p:spPr>
          <a:xfrm>
            <a:off x="2132381" y="3060882"/>
            <a:ext cx="618134" cy="1089478"/>
          </a:xfrm>
          <a:prstGeom prst="rect">
            <a:avLst/>
          </a:prstGeom>
          <a:solidFill>
            <a:srgbClr val="4277B5"/>
          </a:solidFill>
          <a:ln w="12700">
            <a:solidFill>
              <a:srgbClr val="4277B5"/>
            </a:solidFill>
            <a:prstDash val="solid"/>
          </a:ln>
        </p:spPr>
        <p:txBody>
          <a:bodyPr/>
          <a:lstStyle/>
          <a:p>
            <a:endParaRPr lang="en-PH">
              <a:solidFill>
                <a:schemeClr val="bg1"/>
              </a:solidFill>
            </a:endParaRPr>
          </a:p>
        </p:txBody>
      </p:sp>
      <p:sp>
        <p:nvSpPr>
          <p:cNvPr id="43" name="Text 11">
            <a:extLst>
              <a:ext uri="{FF2B5EF4-FFF2-40B4-BE49-F238E27FC236}">
                <a16:creationId xmlns:a16="http://schemas.microsoft.com/office/drawing/2014/main" id="{DF75E874-3708-4A01-B069-85C931363EBA}"/>
              </a:ext>
            </a:extLst>
          </p:cNvPr>
          <p:cNvSpPr/>
          <p:nvPr/>
        </p:nvSpPr>
        <p:spPr>
          <a:xfrm>
            <a:off x="1949501" y="4223512"/>
            <a:ext cx="98389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  <a:latin typeface="Aptos" panose="020B0004020202020204" pitchFamily="34" charset="0"/>
                <a:ea typeface="Arial" pitchFamily="34" charset="-122"/>
                <a:cs typeface="Arial" pitchFamily="34" charset="-120"/>
              </a:rPr>
              <a:t>Random Forest</a:t>
            </a:r>
            <a:endParaRPr lang="en-US" sz="1200" b="1" dirty="0">
              <a:solidFill>
                <a:schemeClr val="bg1"/>
              </a:solidFill>
              <a:latin typeface="Aptos" panose="020B0004020202020204" pitchFamily="34" charset="0"/>
            </a:endParaRPr>
          </a:p>
        </p:txBody>
      </p:sp>
      <p:sp>
        <p:nvSpPr>
          <p:cNvPr id="47" name="Text 12">
            <a:extLst>
              <a:ext uri="{FF2B5EF4-FFF2-40B4-BE49-F238E27FC236}">
                <a16:creationId xmlns:a16="http://schemas.microsoft.com/office/drawing/2014/main" id="{13BDFD8D-5C55-6FCC-6BEF-00286FD49848}"/>
              </a:ext>
            </a:extLst>
          </p:cNvPr>
          <p:cNvSpPr/>
          <p:nvPr/>
        </p:nvSpPr>
        <p:spPr>
          <a:xfrm>
            <a:off x="1967789" y="2804850"/>
            <a:ext cx="94731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chemeClr val="bg1"/>
                </a:solidFill>
                <a:latin typeface="Aptos" panose="020B0004020202020204" pitchFamily="34" charset="0"/>
                <a:ea typeface="Arial" pitchFamily="34" charset="-122"/>
                <a:cs typeface="Arial" pitchFamily="34" charset="-120"/>
              </a:rPr>
              <a:t>0.123</a:t>
            </a:r>
            <a:endParaRPr lang="en-US" sz="1200" dirty="0">
              <a:solidFill>
                <a:schemeClr val="bg1"/>
              </a:solidFill>
              <a:latin typeface="Aptos" panose="020B0004020202020204" pitchFamily="34" charset="0"/>
            </a:endParaRPr>
          </a:p>
        </p:txBody>
      </p:sp>
      <p:sp>
        <p:nvSpPr>
          <p:cNvPr id="51" name="Shape 13">
            <a:extLst>
              <a:ext uri="{FF2B5EF4-FFF2-40B4-BE49-F238E27FC236}">
                <a16:creationId xmlns:a16="http://schemas.microsoft.com/office/drawing/2014/main" id="{913CE88A-740E-FC27-243B-5F0F1C17CB88}"/>
              </a:ext>
            </a:extLst>
          </p:cNvPr>
          <p:cNvSpPr/>
          <p:nvPr/>
        </p:nvSpPr>
        <p:spPr>
          <a:xfrm>
            <a:off x="3321101" y="2926127"/>
            <a:ext cx="618134" cy="1224233"/>
          </a:xfrm>
          <a:prstGeom prst="rect">
            <a:avLst/>
          </a:prstGeom>
          <a:solidFill>
            <a:srgbClr val="2E70B8"/>
          </a:solidFill>
          <a:ln w="12700">
            <a:solidFill>
              <a:srgbClr val="2E70B8"/>
            </a:solidFill>
            <a:prstDash val="solid"/>
          </a:ln>
        </p:spPr>
        <p:txBody>
          <a:bodyPr/>
          <a:lstStyle/>
          <a:p>
            <a:endParaRPr lang="en-PH">
              <a:solidFill>
                <a:schemeClr val="bg1"/>
              </a:solidFill>
            </a:endParaRPr>
          </a:p>
        </p:txBody>
      </p:sp>
      <p:sp>
        <p:nvSpPr>
          <p:cNvPr id="55" name="Text 14">
            <a:extLst>
              <a:ext uri="{FF2B5EF4-FFF2-40B4-BE49-F238E27FC236}">
                <a16:creationId xmlns:a16="http://schemas.microsoft.com/office/drawing/2014/main" id="{313FCB16-0BD2-F9D4-26C3-DC75B8F8E13B}"/>
              </a:ext>
            </a:extLst>
          </p:cNvPr>
          <p:cNvSpPr/>
          <p:nvPr/>
        </p:nvSpPr>
        <p:spPr>
          <a:xfrm>
            <a:off x="3138221" y="4223512"/>
            <a:ext cx="98389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  <a:latin typeface="Aptos" panose="020B0004020202020204" pitchFamily="34" charset="0"/>
                <a:ea typeface="Arial" pitchFamily="34" charset="-122"/>
                <a:cs typeface="Arial" pitchFamily="34" charset="-120"/>
              </a:rPr>
              <a:t>Logistic</a:t>
            </a:r>
            <a:endParaRPr lang="en-US" sz="1200" b="1" dirty="0">
              <a:solidFill>
                <a:schemeClr val="bg1"/>
              </a:solidFill>
              <a:latin typeface="Aptos" panose="020B0004020202020204" pitchFamily="34" charset="0"/>
            </a:endParaRPr>
          </a:p>
        </p:txBody>
      </p:sp>
      <p:sp>
        <p:nvSpPr>
          <p:cNvPr id="59" name="Text 15">
            <a:extLst>
              <a:ext uri="{FF2B5EF4-FFF2-40B4-BE49-F238E27FC236}">
                <a16:creationId xmlns:a16="http://schemas.microsoft.com/office/drawing/2014/main" id="{25B311C0-DD0B-8745-1B79-245F965A196E}"/>
              </a:ext>
            </a:extLst>
          </p:cNvPr>
          <p:cNvSpPr/>
          <p:nvPr/>
        </p:nvSpPr>
        <p:spPr>
          <a:xfrm>
            <a:off x="3156509" y="2670095"/>
            <a:ext cx="94731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chemeClr val="bg1"/>
                </a:solidFill>
                <a:latin typeface="Aptos" panose="020B0004020202020204" pitchFamily="34" charset="0"/>
                <a:ea typeface="Arial" pitchFamily="34" charset="-122"/>
                <a:cs typeface="Arial" pitchFamily="34" charset="-120"/>
              </a:rPr>
              <a:t>0.138</a:t>
            </a:r>
            <a:endParaRPr lang="en-US" sz="1200" dirty="0">
              <a:solidFill>
                <a:schemeClr val="bg1"/>
              </a:solidFill>
              <a:latin typeface="Aptos" panose="020B0004020202020204" pitchFamily="34" charset="0"/>
            </a:endParaRPr>
          </a:p>
        </p:txBody>
      </p:sp>
      <p:sp>
        <p:nvSpPr>
          <p:cNvPr id="63" name="Shape 16">
            <a:extLst>
              <a:ext uri="{FF2B5EF4-FFF2-40B4-BE49-F238E27FC236}">
                <a16:creationId xmlns:a16="http://schemas.microsoft.com/office/drawing/2014/main" id="{0927AE7B-3EB8-7ED1-CF1B-82EC11AE08DD}"/>
              </a:ext>
            </a:extLst>
          </p:cNvPr>
          <p:cNvSpPr/>
          <p:nvPr/>
        </p:nvSpPr>
        <p:spPr>
          <a:xfrm>
            <a:off x="4509821" y="2901742"/>
            <a:ext cx="618134" cy="1248618"/>
          </a:xfrm>
          <a:prstGeom prst="rect">
            <a:avLst/>
          </a:prstGeom>
          <a:solidFill>
            <a:srgbClr val="E9A93B"/>
          </a:solidFill>
          <a:ln w="12700">
            <a:solidFill>
              <a:srgbClr val="E9A93B"/>
            </a:solidFill>
            <a:prstDash val="solid"/>
          </a:ln>
        </p:spPr>
        <p:txBody>
          <a:bodyPr/>
          <a:lstStyle/>
          <a:p>
            <a:endParaRPr lang="en-PH">
              <a:solidFill>
                <a:schemeClr val="bg1"/>
              </a:solidFill>
            </a:endParaRPr>
          </a:p>
        </p:txBody>
      </p:sp>
      <p:sp>
        <p:nvSpPr>
          <p:cNvPr id="67" name="Text 17">
            <a:extLst>
              <a:ext uri="{FF2B5EF4-FFF2-40B4-BE49-F238E27FC236}">
                <a16:creationId xmlns:a16="http://schemas.microsoft.com/office/drawing/2014/main" id="{CA8478DD-232D-0109-35B6-813E6CEC9406}"/>
              </a:ext>
            </a:extLst>
          </p:cNvPr>
          <p:cNvSpPr/>
          <p:nvPr/>
        </p:nvSpPr>
        <p:spPr>
          <a:xfrm>
            <a:off x="4326941" y="4223512"/>
            <a:ext cx="98389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  <a:latin typeface="Aptos" panose="020B0004020202020204" pitchFamily="34" charset="0"/>
                <a:ea typeface="Arial" pitchFamily="34" charset="-122"/>
                <a:cs typeface="Arial" pitchFamily="34" charset="-120"/>
              </a:rPr>
              <a:t>XGBoost</a:t>
            </a:r>
            <a:endParaRPr lang="en-US" sz="1200" b="1" dirty="0">
              <a:solidFill>
                <a:schemeClr val="bg1"/>
              </a:solidFill>
              <a:latin typeface="Aptos" panose="020B0004020202020204" pitchFamily="34" charset="0"/>
            </a:endParaRPr>
          </a:p>
        </p:txBody>
      </p:sp>
      <p:sp>
        <p:nvSpPr>
          <p:cNvPr id="71" name="Text 18">
            <a:extLst>
              <a:ext uri="{FF2B5EF4-FFF2-40B4-BE49-F238E27FC236}">
                <a16:creationId xmlns:a16="http://schemas.microsoft.com/office/drawing/2014/main" id="{231FC0A8-AC3E-C86C-3692-996F500A4FE1}"/>
              </a:ext>
            </a:extLst>
          </p:cNvPr>
          <p:cNvSpPr/>
          <p:nvPr/>
        </p:nvSpPr>
        <p:spPr>
          <a:xfrm>
            <a:off x="4345229" y="2645710"/>
            <a:ext cx="94731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chemeClr val="bg1"/>
                </a:solidFill>
                <a:latin typeface="Aptos" panose="020B0004020202020204" pitchFamily="34" charset="0"/>
                <a:ea typeface="Arial" pitchFamily="34" charset="-122"/>
                <a:cs typeface="Arial" pitchFamily="34" charset="-120"/>
              </a:rPr>
              <a:t>0.140</a:t>
            </a:r>
            <a:endParaRPr lang="en-US" sz="1200" dirty="0">
              <a:solidFill>
                <a:schemeClr val="bg1"/>
              </a:solidFill>
              <a:latin typeface="Aptos" panose="020B0004020202020204" pitchFamily="34" charset="0"/>
            </a:endParaRPr>
          </a:p>
        </p:txBody>
      </p:sp>
      <p:sp>
        <p:nvSpPr>
          <p:cNvPr id="75" name="Shape 19">
            <a:extLst>
              <a:ext uri="{FF2B5EF4-FFF2-40B4-BE49-F238E27FC236}">
                <a16:creationId xmlns:a16="http://schemas.microsoft.com/office/drawing/2014/main" id="{EB3D39FA-0F9C-AB19-36CC-D796651CFBBE}"/>
              </a:ext>
            </a:extLst>
          </p:cNvPr>
          <p:cNvSpPr/>
          <p:nvPr/>
        </p:nvSpPr>
        <p:spPr>
          <a:xfrm>
            <a:off x="5806440" y="2092960"/>
            <a:ext cx="1691640" cy="475488"/>
          </a:xfrm>
          <a:prstGeom prst="rect">
            <a:avLst/>
          </a:prstGeom>
          <a:solidFill>
            <a:srgbClr val="0E55A7"/>
          </a:solidFill>
          <a:ln w="12700">
            <a:solidFill>
              <a:srgbClr val="D8E2EF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n-PH" sz="1200">
              <a:latin typeface="Aptos" panose="020B0004020202020204" pitchFamily="34" charset="0"/>
            </a:endParaRPr>
          </a:p>
        </p:txBody>
      </p:sp>
      <p:sp>
        <p:nvSpPr>
          <p:cNvPr id="80" name="Text 20">
            <a:extLst>
              <a:ext uri="{FF2B5EF4-FFF2-40B4-BE49-F238E27FC236}">
                <a16:creationId xmlns:a16="http://schemas.microsoft.com/office/drawing/2014/main" id="{E178D073-A9CE-6F3C-67AF-0588F3FB31D4}"/>
              </a:ext>
            </a:extLst>
          </p:cNvPr>
          <p:cNvSpPr/>
          <p:nvPr/>
        </p:nvSpPr>
        <p:spPr>
          <a:xfrm>
            <a:off x="5852160" y="2202688"/>
            <a:ext cx="16002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latin typeface="Aptos" panose="020B0004020202020204" pitchFamily="34" charset="0"/>
                <a:ea typeface="Arial" pitchFamily="34" charset="-122"/>
                <a:cs typeface="Arial" pitchFamily="34" charset="-120"/>
              </a:rPr>
              <a:t>Model</a:t>
            </a:r>
            <a:endParaRPr lang="en-US" sz="1200" dirty="0">
              <a:latin typeface="Aptos" panose="020B0004020202020204" pitchFamily="34" charset="0"/>
            </a:endParaRPr>
          </a:p>
        </p:txBody>
      </p:sp>
      <p:sp>
        <p:nvSpPr>
          <p:cNvPr id="82" name="Shape 21">
            <a:extLst>
              <a:ext uri="{FF2B5EF4-FFF2-40B4-BE49-F238E27FC236}">
                <a16:creationId xmlns:a16="http://schemas.microsoft.com/office/drawing/2014/main" id="{9458D2DE-A0B8-6E62-4BEB-0042AFA80645}"/>
              </a:ext>
            </a:extLst>
          </p:cNvPr>
          <p:cNvSpPr/>
          <p:nvPr/>
        </p:nvSpPr>
        <p:spPr>
          <a:xfrm>
            <a:off x="7498080" y="2092960"/>
            <a:ext cx="1325880" cy="475488"/>
          </a:xfrm>
          <a:prstGeom prst="rect">
            <a:avLst/>
          </a:prstGeom>
          <a:solidFill>
            <a:srgbClr val="0E55A7"/>
          </a:solidFill>
          <a:ln w="12700">
            <a:solidFill>
              <a:srgbClr val="D8E2EF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n-PH" sz="1200">
              <a:solidFill>
                <a:schemeClr val="bg1"/>
              </a:solidFill>
              <a:latin typeface="Aptos" panose="020B0004020202020204" pitchFamily="34" charset="0"/>
            </a:endParaRPr>
          </a:p>
        </p:txBody>
      </p:sp>
      <p:sp>
        <p:nvSpPr>
          <p:cNvPr id="84" name="Text 22">
            <a:extLst>
              <a:ext uri="{FF2B5EF4-FFF2-40B4-BE49-F238E27FC236}">
                <a16:creationId xmlns:a16="http://schemas.microsoft.com/office/drawing/2014/main" id="{33D0BA29-2E85-31E8-E3E3-586262A13286}"/>
              </a:ext>
            </a:extLst>
          </p:cNvPr>
          <p:cNvSpPr/>
          <p:nvPr/>
        </p:nvSpPr>
        <p:spPr>
          <a:xfrm>
            <a:off x="7543800" y="2202688"/>
            <a:ext cx="123444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latin typeface="Aptos" panose="020B0004020202020204" pitchFamily="34" charset="0"/>
                <a:ea typeface="Arial" pitchFamily="34" charset="-122"/>
                <a:cs typeface="Arial" pitchFamily="34" charset="-120"/>
              </a:rPr>
              <a:t>CV PR-AUC</a:t>
            </a:r>
            <a:endParaRPr lang="en-US" sz="1200" dirty="0">
              <a:latin typeface="Aptos" panose="020B0004020202020204" pitchFamily="34" charset="0"/>
            </a:endParaRPr>
          </a:p>
        </p:txBody>
      </p:sp>
      <p:sp>
        <p:nvSpPr>
          <p:cNvPr id="86" name="Shape 23">
            <a:extLst>
              <a:ext uri="{FF2B5EF4-FFF2-40B4-BE49-F238E27FC236}">
                <a16:creationId xmlns:a16="http://schemas.microsoft.com/office/drawing/2014/main" id="{54443845-8C20-BF08-7C4B-1EB3CADC2CFF}"/>
              </a:ext>
            </a:extLst>
          </p:cNvPr>
          <p:cNvSpPr/>
          <p:nvPr/>
        </p:nvSpPr>
        <p:spPr>
          <a:xfrm>
            <a:off x="8823960" y="2092960"/>
            <a:ext cx="1508760" cy="475488"/>
          </a:xfrm>
          <a:prstGeom prst="rect">
            <a:avLst/>
          </a:prstGeom>
          <a:solidFill>
            <a:srgbClr val="0E55A7"/>
          </a:solidFill>
          <a:ln w="12700">
            <a:solidFill>
              <a:srgbClr val="D8E2EF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n-PH" sz="1200">
              <a:solidFill>
                <a:schemeClr val="bg1"/>
              </a:solidFill>
              <a:latin typeface="Aptos" panose="020B0004020202020204" pitchFamily="34" charset="0"/>
            </a:endParaRPr>
          </a:p>
        </p:txBody>
      </p:sp>
      <p:sp>
        <p:nvSpPr>
          <p:cNvPr id="88" name="Text 24">
            <a:extLst>
              <a:ext uri="{FF2B5EF4-FFF2-40B4-BE49-F238E27FC236}">
                <a16:creationId xmlns:a16="http://schemas.microsoft.com/office/drawing/2014/main" id="{C5812EB9-7CF9-5303-B987-6298E46B2AF0}"/>
              </a:ext>
            </a:extLst>
          </p:cNvPr>
          <p:cNvSpPr/>
          <p:nvPr/>
        </p:nvSpPr>
        <p:spPr>
          <a:xfrm>
            <a:off x="8869680" y="2202688"/>
            <a:ext cx="141732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latin typeface="Aptos" panose="020B0004020202020204" pitchFamily="34" charset="0"/>
                <a:ea typeface="Arial" pitchFamily="34" charset="-122"/>
                <a:cs typeface="Arial" pitchFamily="34" charset="-120"/>
              </a:rPr>
              <a:t>Validation PR-AUC</a:t>
            </a:r>
            <a:endParaRPr lang="en-US" sz="1200" dirty="0">
              <a:latin typeface="Aptos" panose="020B0004020202020204" pitchFamily="34" charset="0"/>
            </a:endParaRPr>
          </a:p>
        </p:txBody>
      </p:sp>
      <p:sp>
        <p:nvSpPr>
          <p:cNvPr id="90" name="Shape 25">
            <a:extLst>
              <a:ext uri="{FF2B5EF4-FFF2-40B4-BE49-F238E27FC236}">
                <a16:creationId xmlns:a16="http://schemas.microsoft.com/office/drawing/2014/main" id="{F067BDE2-CEAD-7D77-8155-3315BD88AACA}"/>
              </a:ext>
            </a:extLst>
          </p:cNvPr>
          <p:cNvSpPr/>
          <p:nvPr/>
        </p:nvSpPr>
        <p:spPr>
          <a:xfrm>
            <a:off x="10332720" y="2092960"/>
            <a:ext cx="914400" cy="475488"/>
          </a:xfrm>
          <a:prstGeom prst="rect">
            <a:avLst/>
          </a:prstGeom>
          <a:solidFill>
            <a:srgbClr val="0E55A7"/>
          </a:solidFill>
          <a:ln w="12700">
            <a:solidFill>
              <a:srgbClr val="D8E2EF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n-PH" sz="1200">
              <a:solidFill>
                <a:schemeClr val="bg1"/>
              </a:solidFill>
              <a:latin typeface="Aptos" panose="020B0004020202020204" pitchFamily="34" charset="0"/>
            </a:endParaRPr>
          </a:p>
        </p:txBody>
      </p:sp>
      <p:sp>
        <p:nvSpPr>
          <p:cNvPr id="92" name="Text 26">
            <a:extLst>
              <a:ext uri="{FF2B5EF4-FFF2-40B4-BE49-F238E27FC236}">
                <a16:creationId xmlns:a16="http://schemas.microsoft.com/office/drawing/2014/main" id="{073FCD33-2BDD-00D7-D23D-E0392E23D2F2}"/>
              </a:ext>
            </a:extLst>
          </p:cNvPr>
          <p:cNvSpPr/>
          <p:nvPr/>
        </p:nvSpPr>
        <p:spPr>
          <a:xfrm>
            <a:off x="10378440" y="2202688"/>
            <a:ext cx="82296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latin typeface="Aptos" panose="020B0004020202020204" pitchFamily="34" charset="0"/>
                <a:ea typeface="Arial" pitchFamily="34" charset="-122"/>
                <a:cs typeface="Arial" pitchFamily="34" charset="-120"/>
              </a:rPr>
              <a:t>Status</a:t>
            </a:r>
            <a:endParaRPr lang="en-US" sz="1200" dirty="0">
              <a:latin typeface="Aptos" panose="020B0004020202020204" pitchFamily="34" charset="0"/>
            </a:endParaRPr>
          </a:p>
        </p:txBody>
      </p:sp>
      <p:sp>
        <p:nvSpPr>
          <p:cNvPr id="94" name="Shape 27">
            <a:extLst>
              <a:ext uri="{FF2B5EF4-FFF2-40B4-BE49-F238E27FC236}">
                <a16:creationId xmlns:a16="http://schemas.microsoft.com/office/drawing/2014/main" id="{07CD821A-AE82-18D7-86F9-B0BA3E64038F}"/>
              </a:ext>
            </a:extLst>
          </p:cNvPr>
          <p:cNvSpPr/>
          <p:nvPr/>
        </p:nvSpPr>
        <p:spPr>
          <a:xfrm>
            <a:off x="5806440" y="2568448"/>
            <a:ext cx="16916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D8E2EF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en-PH" sz="1200">
              <a:solidFill>
                <a:schemeClr val="bg1"/>
              </a:solidFill>
              <a:latin typeface="Aptos" panose="020B0004020202020204" pitchFamily="34" charset="0"/>
            </a:endParaRPr>
          </a:p>
        </p:txBody>
      </p:sp>
      <p:sp>
        <p:nvSpPr>
          <p:cNvPr id="96" name="Text 28">
            <a:extLst>
              <a:ext uri="{FF2B5EF4-FFF2-40B4-BE49-F238E27FC236}">
                <a16:creationId xmlns:a16="http://schemas.microsoft.com/office/drawing/2014/main" id="{D8E62D58-0C07-9C85-89BA-DC9017472403}"/>
              </a:ext>
            </a:extLst>
          </p:cNvPr>
          <p:cNvSpPr/>
          <p:nvPr/>
        </p:nvSpPr>
        <p:spPr>
          <a:xfrm>
            <a:off x="5852160" y="2659888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chemeClr val="bg1"/>
                </a:solidFill>
                <a:latin typeface="Aptos" panose="020B0004020202020204" pitchFamily="34" charset="0"/>
                <a:ea typeface="Arial" pitchFamily="34" charset="-122"/>
                <a:cs typeface="Arial" pitchFamily="34" charset="-120"/>
              </a:rPr>
              <a:t>XGBoost</a:t>
            </a:r>
            <a:endParaRPr lang="en-US" sz="1200" dirty="0">
              <a:solidFill>
                <a:schemeClr val="bg1"/>
              </a:solidFill>
              <a:latin typeface="Aptos" panose="020B0004020202020204" pitchFamily="34" charset="0"/>
            </a:endParaRPr>
          </a:p>
        </p:txBody>
      </p:sp>
      <p:sp>
        <p:nvSpPr>
          <p:cNvPr id="98" name="Shape 29">
            <a:extLst>
              <a:ext uri="{FF2B5EF4-FFF2-40B4-BE49-F238E27FC236}">
                <a16:creationId xmlns:a16="http://schemas.microsoft.com/office/drawing/2014/main" id="{04334A86-8324-5B35-EC82-583FFD89F825}"/>
              </a:ext>
            </a:extLst>
          </p:cNvPr>
          <p:cNvSpPr/>
          <p:nvPr/>
        </p:nvSpPr>
        <p:spPr>
          <a:xfrm>
            <a:off x="7498080" y="2568448"/>
            <a:ext cx="13258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D8E2EF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en-PH" sz="1200">
              <a:solidFill>
                <a:schemeClr val="bg1"/>
              </a:solidFill>
              <a:latin typeface="Aptos" panose="020B0004020202020204" pitchFamily="34" charset="0"/>
            </a:endParaRPr>
          </a:p>
        </p:txBody>
      </p:sp>
      <p:sp>
        <p:nvSpPr>
          <p:cNvPr id="100" name="Text 30">
            <a:extLst>
              <a:ext uri="{FF2B5EF4-FFF2-40B4-BE49-F238E27FC236}">
                <a16:creationId xmlns:a16="http://schemas.microsoft.com/office/drawing/2014/main" id="{EA51306D-3262-50C4-BA17-983D0CAC72F4}"/>
              </a:ext>
            </a:extLst>
          </p:cNvPr>
          <p:cNvSpPr/>
          <p:nvPr/>
        </p:nvSpPr>
        <p:spPr>
          <a:xfrm>
            <a:off x="7543800" y="2659888"/>
            <a:ext cx="1234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chemeClr val="bg1"/>
                </a:solidFill>
                <a:latin typeface="Aptos" panose="020B0004020202020204" pitchFamily="34" charset="0"/>
                <a:ea typeface="Arial" pitchFamily="34" charset="-122"/>
                <a:cs typeface="Arial" pitchFamily="34" charset="-120"/>
              </a:rPr>
              <a:t>0.140452</a:t>
            </a:r>
            <a:endParaRPr lang="en-US" sz="1200" dirty="0">
              <a:solidFill>
                <a:schemeClr val="bg1"/>
              </a:solidFill>
              <a:latin typeface="Aptos" panose="020B0004020202020204" pitchFamily="34" charset="0"/>
            </a:endParaRPr>
          </a:p>
        </p:txBody>
      </p:sp>
      <p:sp>
        <p:nvSpPr>
          <p:cNvPr id="102" name="Shape 31">
            <a:extLst>
              <a:ext uri="{FF2B5EF4-FFF2-40B4-BE49-F238E27FC236}">
                <a16:creationId xmlns:a16="http://schemas.microsoft.com/office/drawing/2014/main" id="{CF99B7FF-0833-6DAF-7154-F05AF9CDE61D}"/>
              </a:ext>
            </a:extLst>
          </p:cNvPr>
          <p:cNvSpPr/>
          <p:nvPr/>
        </p:nvSpPr>
        <p:spPr>
          <a:xfrm>
            <a:off x="8823960" y="2568448"/>
            <a:ext cx="150876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D8E2EF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en-PH" sz="1200">
              <a:solidFill>
                <a:schemeClr val="bg1"/>
              </a:solidFill>
              <a:latin typeface="Aptos" panose="020B0004020202020204" pitchFamily="34" charset="0"/>
            </a:endParaRPr>
          </a:p>
        </p:txBody>
      </p:sp>
      <p:sp>
        <p:nvSpPr>
          <p:cNvPr id="104" name="Text 32">
            <a:extLst>
              <a:ext uri="{FF2B5EF4-FFF2-40B4-BE49-F238E27FC236}">
                <a16:creationId xmlns:a16="http://schemas.microsoft.com/office/drawing/2014/main" id="{CAC0D0D2-0014-6641-5CA7-B34B2153758A}"/>
              </a:ext>
            </a:extLst>
          </p:cNvPr>
          <p:cNvSpPr/>
          <p:nvPr/>
        </p:nvSpPr>
        <p:spPr>
          <a:xfrm>
            <a:off x="8869680" y="2659888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chemeClr val="bg1"/>
                </a:solidFill>
                <a:latin typeface="Aptos" panose="020B0004020202020204" pitchFamily="34" charset="0"/>
                <a:ea typeface="Arial" pitchFamily="34" charset="-122"/>
                <a:cs typeface="Arial" pitchFamily="34" charset="-120"/>
              </a:rPr>
              <a:t>0.154837</a:t>
            </a:r>
            <a:endParaRPr lang="en-US" sz="1200" dirty="0">
              <a:solidFill>
                <a:schemeClr val="bg1"/>
              </a:solidFill>
              <a:latin typeface="Aptos" panose="020B0004020202020204" pitchFamily="34" charset="0"/>
            </a:endParaRPr>
          </a:p>
        </p:txBody>
      </p:sp>
      <p:sp>
        <p:nvSpPr>
          <p:cNvPr id="106" name="Shape 33">
            <a:extLst>
              <a:ext uri="{FF2B5EF4-FFF2-40B4-BE49-F238E27FC236}">
                <a16:creationId xmlns:a16="http://schemas.microsoft.com/office/drawing/2014/main" id="{1E4F11FA-EB64-4A4E-3418-1C1043F6A66B}"/>
              </a:ext>
            </a:extLst>
          </p:cNvPr>
          <p:cNvSpPr/>
          <p:nvPr/>
        </p:nvSpPr>
        <p:spPr>
          <a:xfrm>
            <a:off x="10332720" y="2568448"/>
            <a:ext cx="9144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D8E2EF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en-PH" sz="1200">
              <a:solidFill>
                <a:schemeClr val="bg1"/>
              </a:solidFill>
              <a:latin typeface="Aptos" panose="020B0004020202020204" pitchFamily="34" charset="0"/>
            </a:endParaRPr>
          </a:p>
        </p:txBody>
      </p:sp>
      <p:sp>
        <p:nvSpPr>
          <p:cNvPr id="108" name="Text 34">
            <a:extLst>
              <a:ext uri="{FF2B5EF4-FFF2-40B4-BE49-F238E27FC236}">
                <a16:creationId xmlns:a16="http://schemas.microsoft.com/office/drawing/2014/main" id="{617F3B52-D70B-C22B-5360-F8B281BA9A4C}"/>
              </a:ext>
            </a:extLst>
          </p:cNvPr>
          <p:cNvSpPr/>
          <p:nvPr/>
        </p:nvSpPr>
        <p:spPr>
          <a:xfrm>
            <a:off x="10378440" y="2659888"/>
            <a:ext cx="82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chemeClr val="bg1"/>
                </a:solidFill>
                <a:latin typeface="Aptos" panose="020B0004020202020204" pitchFamily="34" charset="0"/>
                <a:ea typeface="Arial" pitchFamily="34" charset="-122"/>
                <a:cs typeface="Arial" pitchFamily="34" charset="-120"/>
              </a:rPr>
              <a:t>Best CV</a:t>
            </a:r>
            <a:endParaRPr lang="en-US" sz="1200" dirty="0">
              <a:solidFill>
                <a:schemeClr val="bg1"/>
              </a:solidFill>
              <a:latin typeface="Aptos" panose="020B0004020202020204" pitchFamily="34" charset="0"/>
            </a:endParaRPr>
          </a:p>
        </p:txBody>
      </p:sp>
      <p:sp>
        <p:nvSpPr>
          <p:cNvPr id="110" name="Shape 35">
            <a:extLst>
              <a:ext uri="{FF2B5EF4-FFF2-40B4-BE49-F238E27FC236}">
                <a16:creationId xmlns:a16="http://schemas.microsoft.com/office/drawing/2014/main" id="{AF4A1B57-C154-5ADE-775E-C0DF755E8764}"/>
              </a:ext>
            </a:extLst>
          </p:cNvPr>
          <p:cNvSpPr/>
          <p:nvPr/>
        </p:nvSpPr>
        <p:spPr>
          <a:xfrm>
            <a:off x="5806440" y="3043936"/>
            <a:ext cx="1691640" cy="475488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12700">
            <a:solidFill>
              <a:schemeClr val="tx2">
                <a:lumMod val="40000"/>
                <a:lumOff val="60000"/>
                <a:alpha val="55000"/>
              </a:schemeClr>
            </a:solidFill>
            <a:prstDash val="solid"/>
          </a:ln>
        </p:spPr>
        <p:txBody>
          <a:bodyPr/>
          <a:lstStyle/>
          <a:p>
            <a:endParaRPr lang="en-PH" sz="1200">
              <a:solidFill>
                <a:schemeClr val="bg1"/>
              </a:solidFill>
              <a:latin typeface="Aptos" panose="020B0004020202020204" pitchFamily="34" charset="0"/>
            </a:endParaRPr>
          </a:p>
        </p:txBody>
      </p:sp>
      <p:sp>
        <p:nvSpPr>
          <p:cNvPr id="112" name="Text 36">
            <a:extLst>
              <a:ext uri="{FF2B5EF4-FFF2-40B4-BE49-F238E27FC236}">
                <a16:creationId xmlns:a16="http://schemas.microsoft.com/office/drawing/2014/main" id="{F3856DD0-4183-499E-9102-1A147296C1F4}"/>
              </a:ext>
            </a:extLst>
          </p:cNvPr>
          <p:cNvSpPr/>
          <p:nvPr/>
        </p:nvSpPr>
        <p:spPr>
          <a:xfrm>
            <a:off x="5852160" y="3135376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  <a:latin typeface="Aptos" panose="020B0004020202020204" pitchFamily="34" charset="0"/>
                <a:ea typeface="Arial" pitchFamily="34" charset="-122"/>
                <a:cs typeface="Arial" pitchFamily="34" charset="-120"/>
              </a:rPr>
              <a:t>Logistic Regression</a:t>
            </a:r>
            <a:endParaRPr lang="en-US" sz="1200" dirty="0">
              <a:solidFill>
                <a:schemeClr val="bg1"/>
              </a:solidFill>
              <a:latin typeface="Aptos" panose="020B0004020202020204" pitchFamily="34" charset="0"/>
            </a:endParaRPr>
          </a:p>
        </p:txBody>
      </p:sp>
      <p:sp>
        <p:nvSpPr>
          <p:cNvPr id="114" name="Shape 37">
            <a:extLst>
              <a:ext uri="{FF2B5EF4-FFF2-40B4-BE49-F238E27FC236}">
                <a16:creationId xmlns:a16="http://schemas.microsoft.com/office/drawing/2014/main" id="{CBA933CD-DD00-61FE-CB21-95B303E80ED3}"/>
              </a:ext>
            </a:extLst>
          </p:cNvPr>
          <p:cNvSpPr/>
          <p:nvPr/>
        </p:nvSpPr>
        <p:spPr>
          <a:xfrm>
            <a:off x="7498080" y="3043936"/>
            <a:ext cx="1325880" cy="475488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12700">
            <a:solidFill>
              <a:schemeClr val="tx2">
                <a:lumMod val="40000"/>
                <a:lumOff val="60000"/>
                <a:alpha val="55000"/>
              </a:schemeClr>
            </a:solidFill>
            <a:prstDash val="solid"/>
          </a:ln>
        </p:spPr>
        <p:txBody>
          <a:bodyPr/>
          <a:lstStyle/>
          <a:p>
            <a:endParaRPr lang="en-PH" sz="1200">
              <a:solidFill>
                <a:schemeClr val="bg1"/>
              </a:solidFill>
              <a:latin typeface="Aptos" panose="020B0004020202020204" pitchFamily="34" charset="0"/>
            </a:endParaRPr>
          </a:p>
        </p:txBody>
      </p:sp>
      <p:sp>
        <p:nvSpPr>
          <p:cNvPr id="116" name="Text 38">
            <a:extLst>
              <a:ext uri="{FF2B5EF4-FFF2-40B4-BE49-F238E27FC236}">
                <a16:creationId xmlns:a16="http://schemas.microsoft.com/office/drawing/2014/main" id="{53B39C62-3E55-9B4D-2A1B-CC61ED4E5E5C}"/>
              </a:ext>
            </a:extLst>
          </p:cNvPr>
          <p:cNvSpPr/>
          <p:nvPr/>
        </p:nvSpPr>
        <p:spPr>
          <a:xfrm>
            <a:off x="7543800" y="3135376"/>
            <a:ext cx="1234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chemeClr val="bg1"/>
                </a:solidFill>
                <a:latin typeface="Aptos" panose="020B0004020202020204" pitchFamily="34" charset="0"/>
                <a:ea typeface="Arial" pitchFamily="34" charset="-122"/>
                <a:cs typeface="Arial" pitchFamily="34" charset="-120"/>
              </a:rPr>
              <a:t>0.137709</a:t>
            </a:r>
            <a:endParaRPr lang="en-US" sz="1200" dirty="0">
              <a:solidFill>
                <a:schemeClr val="bg1"/>
              </a:solidFill>
              <a:latin typeface="Aptos" panose="020B0004020202020204" pitchFamily="34" charset="0"/>
            </a:endParaRPr>
          </a:p>
        </p:txBody>
      </p:sp>
      <p:sp>
        <p:nvSpPr>
          <p:cNvPr id="118" name="Shape 39">
            <a:extLst>
              <a:ext uri="{FF2B5EF4-FFF2-40B4-BE49-F238E27FC236}">
                <a16:creationId xmlns:a16="http://schemas.microsoft.com/office/drawing/2014/main" id="{C303228F-4862-58E0-44DB-5EC1CA5DEAF7}"/>
              </a:ext>
            </a:extLst>
          </p:cNvPr>
          <p:cNvSpPr/>
          <p:nvPr/>
        </p:nvSpPr>
        <p:spPr>
          <a:xfrm>
            <a:off x="8823960" y="3043936"/>
            <a:ext cx="1508760" cy="475488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12700">
            <a:solidFill>
              <a:schemeClr val="tx2">
                <a:lumMod val="40000"/>
                <a:lumOff val="60000"/>
                <a:alpha val="55000"/>
              </a:schemeClr>
            </a:solidFill>
            <a:prstDash val="solid"/>
          </a:ln>
        </p:spPr>
        <p:txBody>
          <a:bodyPr/>
          <a:lstStyle/>
          <a:p>
            <a:endParaRPr lang="en-PH" sz="1200">
              <a:solidFill>
                <a:schemeClr val="bg1"/>
              </a:solidFill>
              <a:latin typeface="Aptos" panose="020B0004020202020204" pitchFamily="34" charset="0"/>
            </a:endParaRPr>
          </a:p>
        </p:txBody>
      </p:sp>
      <p:sp>
        <p:nvSpPr>
          <p:cNvPr id="120" name="Text 40">
            <a:extLst>
              <a:ext uri="{FF2B5EF4-FFF2-40B4-BE49-F238E27FC236}">
                <a16:creationId xmlns:a16="http://schemas.microsoft.com/office/drawing/2014/main" id="{5469DD8A-1C09-D2DA-CA25-D9D7847A2DB0}"/>
              </a:ext>
            </a:extLst>
          </p:cNvPr>
          <p:cNvSpPr/>
          <p:nvPr/>
        </p:nvSpPr>
        <p:spPr>
          <a:xfrm>
            <a:off x="8869680" y="3135376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chemeClr val="bg1"/>
                </a:solidFill>
                <a:latin typeface="Aptos" panose="020B0004020202020204" pitchFamily="34" charset="0"/>
                <a:ea typeface="Arial" pitchFamily="34" charset="-122"/>
                <a:cs typeface="Arial" pitchFamily="34" charset="-120"/>
              </a:rPr>
              <a:t>0.164799</a:t>
            </a:r>
            <a:endParaRPr lang="en-US" sz="1200" dirty="0">
              <a:solidFill>
                <a:schemeClr val="bg1"/>
              </a:solidFill>
              <a:latin typeface="Aptos" panose="020B0004020202020204" pitchFamily="34" charset="0"/>
            </a:endParaRPr>
          </a:p>
        </p:txBody>
      </p:sp>
      <p:sp>
        <p:nvSpPr>
          <p:cNvPr id="122" name="Shape 41">
            <a:extLst>
              <a:ext uri="{FF2B5EF4-FFF2-40B4-BE49-F238E27FC236}">
                <a16:creationId xmlns:a16="http://schemas.microsoft.com/office/drawing/2014/main" id="{4ED3C837-EF45-146D-9C98-297D8777F3A4}"/>
              </a:ext>
            </a:extLst>
          </p:cNvPr>
          <p:cNvSpPr/>
          <p:nvPr/>
        </p:nvSpPr>
        <p:spPr>
          <a:xfrm>
            <a:off x="10332720" y="3043936"/>
            <a:ext cx="914400" cy="475488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12700">
            <a:solidFill>
              <a:schemeClr val="tx2">
                <a:lumMod val="40000"/>
                <a:lumOff val="60000"/>
                <a:alpha val="55000"/>
              </a:schemeClr>
            </a:solidFill>
            <a:prstDash val="solid"/>
          </a:ln>
        </p:spPr>
        <p:txBody>
          <a:bodyPr/>
          <a:lstStyle/>
          <a:p>
            <a:endParaRPr lang="en-PH" sz="1200">
              <a:solidFill>
                <a:schemeClr val="bg1"/>
              </a:solidFill>
              <a:latin typeface="Aptos" panose="020B0004020202020204" pitchFamily="34" charset="0"/>
            </a:endParaRPr>
          </a:p>
        </p:txBody>
      </p:sp>
      <p:sp>
        <p:nvSpPr>
          <p:cNvPr id="124" name="Text 42">
            <a:extLst>
              <a:ext uri="{FF2B5EF4-FFF2-40B4-BE49-F238E27FC236}">
                <a16:creationId xmlns:a16="http://schemas.microsoft.com/office/drawing/2014/main" id="{2657773C-76DD-008A-D982-A60056F83313}"/>
              </a:ext>
            </a:extLst>
          </p:cNvPr>
          <p:cNvSpPr/>
          <p:nvPr/>
        </p:nvSpPr>
        <p:spPr>
          <a:xfrm>
            <a:off x="10378440" y="3135376"/>
            <a:ext cx="82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  <a:latin typeface="Aptos" panose="020B0004020202020204" pitchFamily="34" charset="0"/>
                <a:ea typeface="Arial" pitchFamily="34" charset="-122"/>
                <a:cs typeface="Arial" pitchFamily="34" charset="-120"/>
              </a:rPr>
              <a:t>Champion</a:t>
            </a:r>
            <a:endParaRPr lang="en-US" sz="1200" dirty="0">
              <a:solidFill>
                <a:schemeClr val="bg1"/>
              </a:solidFill>
              <a:latin typeface="Aptos" panose="020B0004020202020204" pitchFamily="34" charset="0"/>
            </a:endParaRPr>
          </a:p>
        </p:txBody>
      </p:sp>
      <p:sp>
        <p:nvSpPr>
          <p:cNvPr id="126" name="Shape 43">
            <a:extLst>
              <a:ext uri="{FF2B5EF4-FFF2-40B4-BE49-F238E27FC236}">
                <a16:creationId xmlns:a16="http://schemas.microsoft.com/office/drawing/2014/main" id="{CF42406A-D47A-C1A6-17F7-D1571C2C6360}"/>
              </a:ext>
            </a:extLst>
          </p:cNvPr>
          <p:cNvSpPr/>
          <p:nvPr/>
        </p:nvSpPr>
        <p:spPr>
          <a:xfrm>
            <a:off x="5806440" y="3519424"/>
            <a:ext cx="16916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D8E2EF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en-PH" sz="1200">
              <a:solidFill>
                <a:schemeClr val="bg1"/>
              </a:solidFill>
              <a:latin typeface="Aptos" panose="020B0004020202020204" pitchFamily="34" charset="0"/>
            </a:endParaRPr>
          </a:p>
        </p:txBody>
      </p:sp>
      <p:sp>
        <p:nvSpPr>
          <p:cNvPr id="128" name="Text 44">
            <a:extLst>
              <a:ext uri="{FF2B5EF4-FFF2-40B4-BE49-F238E27FC236}">
                <a16:creationId xmlns:a16="http://schemas.microsoft.com/office/drawing/2014/main" id="{6A98F0F8-6D1F-8502-C669-934A17DC4918}"/>
              </a:ext>
            </a:extLst>
          </p:cNvPr>
          <p:cNvSpPr/>
          <p:nvPr/>
        </p:nvSpPr>
        <p:spPr>
          <a:xfrm>
            <a:off x="5852160" y="3610864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chemeClr val="bg1"/>
                </a:solidFill>
                <a:latin typeface="Aptos" panose="020B0004020202020204" pitchFamily="34" charset="0"/>
                <a:ea typeface="Arial" pitchFamily="34" charset="-122"/>
                <a:cs typeface="Arial" pitchFamily="34" charset="-120"/>
              </a:rPr>
              <a:t>Random Forest</a:t>
            </a:r>
            <a:endParaRPr lang="en-US" sz="1200" dirty="0">
              <a:solidFill>
                <a:schemeClr val="bg1"/>
              </a:solidFill>
              <a:latin typeface="Aptos" panose="020B0004020202020204" pitchFamily="34" charset="0"/>
            </a:endParaRPr>
          </a:p>
        </p:txBody>
      </p:sp>
      <p:sp>
        <p:nvSpPr>
          <p:cNvPr id="130" name="Shape 45">
            <a:extLst>
              <a:ext uri="{FF2B5EF4-FFF2-40B4-BE49-F238E27FC236}">
                <a16:creationId xmlns:a16="http://schemas.microsoft.com/office/drawing/2014/main" id="{E5AC1966-B3C2-84BE-0A41-84A9142EBAE9}"/>
              </a:ext>
            </a:extLst>
          </p:cNvPr>
          <p:cNvSpPr/>
          <p:nvPr/>
        </p:nvSpPr>
        <p:spPr>
          <a:xfrm>
            <a:off x="7498080" y="3519424"/>
            <a:ext cx="13258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D8E2EF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en-PH" sz="1200">
              <a:solidFill>
                <a:schemeClr val="bg1"/>
              </a:solidFill>
              <a:latin typeface="Aptos" panose="020B0004020202020204" pitchFamily="34" charset="0"/>
            </a:endParaRPr>
          </a:p>
        </p:txBody>
      </p:sp>
      <p:sp>
        <p:nvSpPr>
          <p:cNvPr id="132" name="Text 46">
            <a:extLst>
              <a:ext uri="{FF2B5EF4-FFF2-40B4-BE49-F238E27FC236}">
                <a16:creationId xmlns:a16="http://schemas.microsoft.com/office/drawing/2014/main" id="{7A845BA8-7A8D-6DBC-F8E8-75C5215C5D5D}"/>
              </a:ext>
            </a:extLst>
          </p:cNvPr>
          <p:cNvSpPr/>
          <p:nvPr/>
        </p:nvSpPr>
        <p:spPr>
          <a:xfrm>
            <a:off x="7543800" y="3610864"/>
            <a:ext cx="1234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chemeClr val="bg1"/>
                </a:solidFill>
                <a:latin typeface="Aptos" panose="020B0004020202020204" pitchFamily="34" charset="0"/>
                <a:ea typeface="Arial" pitchFamily="34" charset="-122"/>
                <a:cs typeface="Arial" pitchFamily="34" charset="-120"/>
              </a:rPr>
              <a:t>0.122551</a:t>
            </a:r>
            <a:endParaRPr lang="en-US" sz="1200" dirty="0">
              <a:solidFill>
                <a:schemeClr val="bg1"/>
              </a:solidFill>
              <a:latin typeface="Aptos" panose="020B0004020202020204" pitchFamily="34" charset="0"/>
            </a:endParaRPr>
          </a:p>
        </p:txBody>
      </p:sp>
      <p:sp>
        <p:nvSpPr>
          <p:cNvPr id="134" name="Shape 47">
            <a:extLst>
              <a:ext uri="{FF2B5EF4-FFF2-40B4-BE49-F238E27FC236}">
                <a16:creationId xmlns:a16="http://schemas.microsoft.com/office/drawing/2014/main" id="{E1B3441B-AF45-28A4-D115-4CCE52DDF5BF}"/>
              </a:ext>
            </a:extLst>
          </p:cNvPr>
          <p:cNvSpPr/>
          <p:nvPr/>
        </p:nvSpPr>
        <p:spPr>
          <a:xfrm>
            <a:off x="8823960" y="3519424"/>
            <a:ext cx="150876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D8E2EF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en-PH" sz="1200">
              <a:solidFill>
                <a:schemeClr val="bg1"/>
              </a:solidFill>
              <a:latin typeface="Aptos" panose="020B0004020202020204" pitchFamily="34" charset="0"/>
            </a:endParaRPr>
          </a:p>
        </p:txBody>
      </p:sp>
      <p:sp>
        <p:nvSpPr>
          <p:cNvPr id="136" name="Text 48">
            <a:extLst>
              <a:ext uri="{FF2B5EF4-FFF2-40B4-BE49-F238E27FC236}">
                <a16:creationId xmlns:a16="http://schemas.microsoft.com/office/drawing/2014/main" id="{504D362D-A15A-E04A-9236-9835E061FE9F}"/>
              </a:ext>
            </a:extLst>
          </p:cNvPr>
          <p:cNvSpPr/>
          <p:nvPr/>
        </p:nvSpPr>
        <p:spPr>
          <a:xfrm>
            <a:off x="8869680" y="3610864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chemeClr val="bg1"/>
                </a:solidFill>
                <a:latin typeface="Aptos" panose="020B0004020202020204" pitchFamily="34" charset="0"/>
                <a:ea typeface="Arial" pitchFamily="34" charset="-122"/>
                <a:cs typeface="Arial" pitchFamily="34" charset="-120"/>
              </a:rPr>
              <a:t>--</a:t>
            </a:r>
            <a:endParaRPr lang="en-US" sz="1200" dirty="0">
              <a:solidFill>
                <a:schemeClr val="bg1"/>
              </a:solidFill>
              <a:latin typeface="Aptos" panose="020B0004020202020204" pitchFamily="34" charset="0"/>
            </a:endParaRPr>
          </a:p>
        </p:txBody>
      </p:sp>
      <p:sp>
        <p:nvSpPr>
          <p:cNvPr id="138" name="Shape 49">
            <a:extLst>
              <a:ext uri="{FF2B5EF4-FFF2-40B4-BE49-F238E27FC236}">
                <a16:creationId xmlns:a16="http://schemas.microsoft.com/office/drawing/2014/main" id="{C42F6A87-2123-DF4B-11BA-2219A2183EDF}"/>
              </a:ext>
            </a:extLst>
          </p:cNvPr>
          <p:cNvSpPr/>
          <p:nvPr/>
        </p:nvSpPr>
        <p:spPr>
          <a:xfrm>
            <a:off x="10332720" y="3519424"/>
            <a:ext cx="9144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D8E2EF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en-PH" sz="1200">
              <a:solidFill>
                <a:schemeClr val="bg1"/>
              </a:solidFill>
              <a:latin typeface="Aptos" panose="020B0004020202020204" pitchFamily="34" charset="0"/>
            </a:endParaRPr>
          </a:p>
        </p:txBody>
      </p:sp>
      <p:sp>
        <p:nvSpPr>
          <p:cNvPr id="140" name="Text 50">
            <a:extLst>
              <a:ext uri="{FF2B5EF4-FFF2-40B4-BE49-F238E27FC236}">
                <a16:creationId xmlns:a16="http://schemas.microsoft.com/office/drawing/2014/main" id="{C35D4567-5CDA-91EA-163F-F1BD6FB7298A}"/>
              </a:ext>
            </a:extLst>
          </p:cNvPr>
          <p:cNvSpPr/>
          <p:nvPr/>
        </p:nvSpPr>
        <p:spPr>
          <a:xfrm>
            <a:off x="10378440" y="3610864"/>
            <a:ext cx="82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chemeClr val="bg1"/>
                </a:solidFill>
                <a:latin typeface="Aptos" panose="020B0004020202020204" pitchFamily="34" charset="0"/>
                <a:ea typeface="Arial" pitchFamily="34" charset="-122"/>
                <a:cs typeface="Arial" pitchFamily="34" charset="-120"/>
              </a:rPr>
              <a:t>Valid candidate</a:t>
            </a:r>
            <a:endParaRPr lang="en-US" sz="1200" dirty="0">
              <a:solidFill>
                <a:schemeClr val="bg1"/>
              </a:solidFill>
              <a:latin typeface="Aptos" panose="020B0004020202020204" pitchFamily="34" charset="0"/>
            </a:endParaRPr>
          </a:p>
        </p:txBody>
      </p:sp>
      <p:sp>
        <p:nvSpPr>
          <p:cNvPr id="142" name="Shape 51">
            <a:extLst>
              <a:ext uri="{FF2B5EF4-FFF2-40B4-BE49-F238E27FC236}">
                <a16:creationId xmlns:a16="http://schemas.microsoft.com/office/drawing/2014/main" id="{42A26B44-C52D-D1A1-DCD1-AC5E00A5879E}"/>
              </a:ext>
            </a:extLst>
          </p:cNvPr>
          <p:cNvSpPr/>
          <p:nvPr/>
        </p:nvSpPr>
        <p:spPr>
          <a:xfrm>
            <a:off x="5806440" y="3994912"/>
            <a:ext cx="16916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D8E2EF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en-PH" sz="1200">
              <a:solidFill>
                <a:schemeClr val="bg1"/>
              </a:solidFill>
              <a:latin typeface="Aptos" panose="020B0004020202020204" pitchFamily="34" charset="0"/>
            </a:endParaRPr>
          </a:p>
        </p:txBody>
      </p:sp>
      <p:sp>
        <p:nvSpPr>
          <p:cNvPr id="144" name="Text 52">
            <a:extLst>
              <a:ext uri="{FF2B5EF4-FFF2-40B4-BE49-F238E27FC236}">
                <a16:creationId xmlns:a16="http://schemas.microsoft.com/office/drawing/2014/main" id="{A1D47A8C-0ACA-74C6-64F1-6E23B4E886E9}"/>
              </a:ext>
            </a:extLst>
          </p:cNvPr>
          <p:cNvSpPr/>
          <p:nvPr/>
        </p:nvSpPr>
        <p:spPr>
          <a:xfrm>
            <a:off x="5852160" y="4086352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chemeClr val="bg1"/>
                </a:solidFill>
                <a:latin typeface="Aptos" panose="020B0004020202020204" pitchFamily="34" charset="0"/>
                <a:ea typeface="Arial" pitchFamily="34" charset="-122"/>
                <a:cs typeface="Arial" pitchFamily="34" charset="-120"/>
              </a:rPr>
              <a:t>Decision Tree</a:t>
            </a:r>
            <a:endParaRPr lang="en-US" sz="1200" dirty="0">
              <a:solidFill>
                <a:schemeClr val="bg1"/>
              </a:solidFill>
              <a:latin typeface="Aptos" panose="020B0004020202020204" pitchFamily="34" charset="0"/>
            </a:endParaRPr>
          </a:p>
        </p:txBody>
      </p:sp>
      <p:sp>
        <p:nvSpPr>
          <p:cNvPr id="146" name="Shape 53">
            <a:extLst>
              <a:ext uri="{FF2B5EF4-FFF2-40B4-BE49-F238E27FC236}">
                <a16:creationId xmlns:a16="http://schemas.microsoft.com/office/drawing/2014/main" id="{192AA015-243C-929A-6AE0-2A2FAD0B7F19}"/>
              </a:ext>
            </a:extLst>
          </p:cNvPr>
          <p:cNvSpPr/>
          <p:nvPr/>
        </p:nvSpPr>
        <p:spPr>
          <a:xfrm>
            <a:off x="7498080" y="3994912"/>
            <a:ext cx="13258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D8E2EF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en-PH" sz="1200">
              <a:solidFill>
                <a:schemeClr val="bg1"/>
              </a:solidFill>
              <a:latin typeface="Aptos" panose="020B0004020202020204" pitchFamily="34" charset="0"/>
            </a:endParaRPr>
          </a:p>
        </p:txBody>
      </p:sp>
      <p:sp>
        <p:nvSpPr>
          <p:cNvPr id="148" name="Text 54">
            <a:extLst>
              <a:ext uri="{FF2B5EF4-FFF2-40B4-BE49-F238E27FC236}">
                <a16:creationId xmlns:a16="http://schemas.microsoft.com/office/drawing/2014/main" id="{0CAE7B55-CB6C-EF7E-4193-22BADFD56956}"/>
              </a:ext>
            </a:extLst>
          </p:cNvPr>
          <p:cNvSpPr/>
          <p:nvPr/>
        </p:nvSpPr>
        <p:spPr>
          <a:xfrm>
            <a:off x="7543800" y="4086352"/>
            <a:ext cx="1234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chemeClr val="bg1"/>
                </a:solidFill>
                <a:latin typeface="Aptos" panose="020B0004020202020204" pitchFamily="34" charset="0"/>
                <a:ea typeface="Arial" pitchFamily="34" charset="-122"/>
                <a:cs typeface="Arial" pitchFamily="34" charset="-120"/>
              </a:rPr>
              <a:t>0.057354</a:t>
            </a:r>
            <a:endParaRPr lang="en-US" sz="1200" dirty="0">
              <a:solidFill>
                <a:schemeClr val="bg1"/>
              </a:solidFill>
              <a:latin typeface="Aptos" panose="020B0004020202020204" pitchFamily="34" charset="0"/>
            </a:endParaRPr>
          </a:p>
        </p:txBody>
      </p:sp>
      <p:sp>
        <p:nvSpPr>
          <p:cNvPr id="150" name="Shape 55">
            <a:extLst>
              <a:ext uri="{FF2B5EF4-FFF2-40B4-BE49-F238E27FC236}">
                <a16:creationId xmlns:a16="http://schemas.microsoft.com/office/drawing/2014/main" id="{3C0CA349-5A86-F14A-7015-43E20729C1DB}"/>
              </a:ext>
            </a:extLst>
          </p:cNvPr>
          <p:cNvSpPr/>
          <p:nvPr/>
        </p:nvSpPr>
        <p:spPr>
          <a:xfrm>
            <a:off x="8823960" y="3994912"/>
            <a:ext cx="150876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D8E2EF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en-PH" sz="1200">
              <a:solidFill>
                <a:schemeClr val="bg1"/>
              </a:solidFill>
              <a:latin typeface="Aptos" panose="020B0004020202020204" pitchFamily="34" charset="0"/>
            </a:endParaRPr>
          </a:p>
        </p:txBody>
      </p:sp>
      <p:sp>
        <p:nvSpPr>
          <p:cNvPr id="152" name="Text 56">
            <a:extLst>
              <a:ext uri="{FF2B5EF4-FFF2-40B4-BE49-F238E27FC236}">
                <a16:creationId xmlns:a16="http://schemas.microsoft.com/office/drawing/2014/main" id="{ECC948D1-74CD-FCA0-1034-66B48315FC69}"/>
              </a:ext>
            </a:extLst>
          </p:cNvPr>
          <p:cNvSpPr/>
          <p:nvPr/>
        </p:nvSpPr>
        <p:spPr>
          <a:xfrm>
            <a:off x="8869680" y="4086352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chemeClr val="bg1"/>
                </a:solidFill>
                <a:latin typeface="Aptos" panose="020B0004020202020204" pitchFamily="34" charset="0"/>
                <a:ea typeface="Arial" pitchFamily="34" charset="-122"/>
                <a:cs typeface="Arial" pitchFamily="34" charset="-120"/>
              </a:rPr>
              <a:t>--</a:t>
            </a:r>
            <a:endParaRPr lang="en-US" sz="1200" dirty="0">
              <a:solidFill>
                <a:schemeClr val="bg1"/>
              </a:solidFill>
              <a:latin typeface="Aptos" panose="020B0004020202020204" pitchFamily="34" charset="0"/>
            </a:endParaRPr>
          </a:p>
        </p:txBody>
      </p:sp>
      <p:sp>
        <p:nvSpPr>
          <p:cNvPr id="154" name="Shape 57">
            <a:extLst>
              <a:ext uri="{FF2B5EF4-FFF2-40B4-BE49-F238E27FC236}">
                <a16:creationId xmlns:a16="http://schemas.microsoft.com/office/drawing/2014/main" id="{4FBD1E83-816E-9F2A-0A0F-91822C1D2ED9}"/>
              </a:ext>
            </a:extLst>
          </p:cNvPr>
          <p:cNvSpPr/>
          <p:nvPr/>
        </p:nvSpPr>
        <p:spPr>
          <a:xfrm>
            <a:off x="10332720" y="3994912"/>
            <a:ext cx="9144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D8E2EF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en-PH" sz="1200">
              <a:solidFill>
                <a:schemeClr val="bg1"/>
              </a:solidFill>
              <a:latin typeface="Aptos" panose="020B0004020202020204" pitchFamily="34" charset="0"/>
            </a:endParaRPr>
          </a:p>
        </p:txBody>
      </p:sp>
      <p:sp>
        <p:nvSpPr>
          <p:cNvPr id="156" name="Text 58">
            <a:extLst>
              <a:ext uri="{FF2B5EF4-FFF2-40B4-BE49-F238E27FC236}">
                <a16:creationId xmlns:a16="http://schemas.microsoft.com/office/drawing/2014/main" id="{B1C75055-D31C-0A4B-FA9D-3F4BA9BD9A2D}"/>
              </a:ext>
            </a:extLst>
          </p:cNvPr>
          <p:cNvSpPr/>
          <p:nvPr/>
        </p:nvSpPr>
        <p:spPr>
          <a:xfrm>
            <a:off x="10378440" y="4086352"/>
            <a:ext cx="82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chemeClr val="bg1"/>
                </a:solidFill>
                <a:latin typeface="Aptos" panose="020B0004020202020204" pitchFamily="34" charset="0"/>
                <a:ea typeface="Arial" pitchFamily="34" charset="-122"/>
                <a:cs typeface="Arial" pitchFamily="34" charset="-120"/>
              </a:rPr>
              <a:t>Weak baseline</a:t>
            </a:r>
            <a:endParaRPr lang="en-US" sz="1200" dirty="0">
              <a:solidFill>
                <a:schemeClr val="bg1"/>
              </a:solidFill>
              <a:latin typeface="Aptos" panose="020B0004020202020204" pitchFamily="34" charset="0"/>
            </a:endParaRPr>
          </a:p>
        </p:txBody>
      </p:sp>
      <p:sp>
        <p:nvSpPr>
          <p:cNvPr id="158" name="Shape 59">
            <a:extLst>
              <a:ext uri="{FF2B5EF4-FFF2-40B4-BE49-F238E27FC236}">
                <a16:creationId xmlns:a16="http://schemas.microsoft.com/office/drawing/2014/main" id="{5F2BD472-D8C0-08E2-10F8-328281EA8B65}"/>
              </a:ext>
            </a:extLst>
          </p:cNvPr>
          <p:cNvSpPr/>
          <p:nvPr/>
        </p:nvSpPr>
        <p:spPr>
          <a:xfrm>
            <a:off x="658368" y="4937760"/>
            <a:ext cx="10607040" cy="658368"/>
          </a:xfrm>
          <a:prstGeom prst="roundRect">
            <a:avLst>
              <a:gd name="adj" fmla="val 11111"/>
            </a:avLst>
          </a:prstGeom>
          <a:solidFill>
            <a:srgbClr val="0E55A7"/>
          </a:solidFill>
          <a:ln w="12700">
            <a:solidFill>
              <a:srgbClr val="0E55A7"/>
            </a:solidFill>
            <a:prstDash val="solid"/>
          </a:ln>
        </p:spPr>
        <p:txBody>
          <a:bodyPr/>
          <a:lstStyle/>
          <a:p>
            <a:endParaRPr lang="en-PH">
              <a:solidFill>
                <a:srgbClr val="FFFF00"/>
              </a:solidFill>
            </a:endParaRPr>
          </a:p>
        </p:txBody>
      </p:sp>
      <p:sp>
        <p:nvSpPr>
          <p:cNvPr id="160" name="Text 60">
            <a:extLst>
              <a:ext uri="{FF2B5EF4-FFF2-40B4-BE49-F238E27FC236}">
                <a16:creationId xmlns:a16="http://schemas.microsoft.com/office/drawing/2014/main" id="{B1D2FC2B-FDDA-CFDA-A32C-66393A05F151}"/>
              </a:ext>
            </a:extLst>
          </p:cNvPr>
          <p:cNvSpPr/>
          <p:nvPr/>
        </p:nvSpPr>
        <p:spPr>
          <a:xfrm>
            <a:off x="950976" y="5102352"/>
            <a:ext cx="10131552" cy="4297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Autofit/>
          </a:bodyPr>
          <a:lstStyle/>
          <a:p>
            <a:pPr marL="0" indent="0">
              <a:buNone/>
            </a:pPr>
            <a:r>
              <a:rPr lang="en-US" sz="1600" b="1" i="1" dirty="0">
                <a:latin typeface="Aptos" panose="020B0004020202020204" pitchFamily="34" charset="0"/>
                <a:ea typeface="Arial" pitchFamily="34" charset="-122"/>
                <a:cs typeface="Arial" pitchFamily="34" charset="-120"/>
              </a:rPr>
              <a:t>Selection rationale: Logistic Regression generalized best on the independent month 6 validation set and remained easier to explain and govern.</a:t>
            </a:r>
            <a:endParaRPr lang="en-US" sz="1600" i="1" dirty="0"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0433606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0297A60-2A85-ACD3-54CA-761E0CFED6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778E0E8B-9EEA-2727-E954-7A4A9EE4EE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B9DD4A60-F3C8-0739-8E86-400D855907CC}"/>
              </a:ext>
            </a:extLst>
          </p:cNvPr>
          <p:cNvSpPr/>
          <p:nvPr/>
        </p:nvSpPr>
        <p:spPr>
          <a:xfrm>
            <a:off x="396240" y="6335776"/>
            <a:ext cx="6217920" cy="440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>
                    <a:lumMod val="85000"/>
                  </a:schemeClr>
                </a:solidFill>
                <a:latin typeface="Aptos" panose="020B0004020202020204" pitchFamily="34" charset="0"/>
                <a:ea typeface="Arial" pitchFamily="34" charset="-122"/>
                <a:cs typeface="Arial" pitchFamily="34" charset="-120"/>
              </a:rPr>
              <a:t>Bank Account Fraud Detection | Technical Presentation</a:t>
            </a:r>
            <a:endParaRPr lang="en-US" sz="1400" dirty="0">
              <a:solidFill>
                <a:schemeClr val="tx1">
                  <a:lumMod val="85000"/>
                </a:schemeClr>
              </a:solidFill>
              <a:latin typeface="Aptos" panose="020B0004020202020204" pitchFamily="34" charset="0"/>
            </a:endParaRPr>
          </a:p>
        </p:txBody>
      </p:sp>
      <p:sp>
        <p:nvSpPr>
          <p:cNvPr id="7" name="Text 0">
            <a:extLst>
              <a:ext uri="{FF2B5EF4-FFF2-40B4-BE49-F238E27FC236}">
                <a16:creationId xmlns:a16="http://schemas.microsoft.com/office/drawing/2014/main" id="{EF576491-5047-03E5-3ED2-97355E34C4F8}"/>
              </a:ext>
            </a:extLst>
          </p:cNvPr>
          <p:cNvSpPr/>
          <p:nvPr/>
        </p:nvSpPr>
        <p:spPr>
          <a:xfrm>
            <a:off x="566928" y="411480"/>
            <a:ext cx="10515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tx1">
                    <a:lumMod val="95000"/>
                  </a:schemeClr>
                </a:solidFill>
                <a:latin typeface="Aptos" panose="020B0004020202020204" pitchFamily="34" charset="0"/>
                <a:ea typeface="Arial" pitchFamily="34" charset="-122"/>
                <a:cs typeface="Arial" pitchFamily="34" charset="-120"/>
              </a:rPr>
              <a:t>03  ·  FINAL  TEST</a:t>
            </a:r>
            <a:endParaRPr lang="en-US" sz="2000" dirty="0">
              <a:solidFill>
                <a:schemeClr val="tx1">
                  <a:lumMod val="95000"/>
                </a:schemeClr>
              </a:solidFill>
              <a:latin typeface="Aptos" panose="020B0004020202020204" pitchFamily="34" charset="0"/>
            </a:endParaRPr>
          </a:p>
        </p:txBody>
      </p:sp>
      <p:sp>
        <p:nvSpPr>
          <p:cNvPr id="11" name="Text 1">
            <a:extLst>
              <a:ext uri="{FF2B5EF4-FFF2-40B4-BE49-F238E27FC236}">
                <a16:creationId xmlns:a16="http://schemas.microsoft.com/office/drawing/2014/main" id="{54576E47-2C60-6FCE-B55F-FCAC858B79A4}"/>
              </a:ext>
            </a:extLst>
          </p:cNvPr>
          <p:cNvSpPr/>
          <p:nvPr/>
        </p:nvSpPr>
        <p:spPr>
          <a:xfrm>
            <a:off x="566928" y="786384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chemeClr val="accent6">
                    <a:lumMod val="60000"/>
                    <a:lumOff val="40000"/>
                  </a:schemeClr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Held-Out Test and Robustness Results</a:t>
            </a:r>
            <a:endParaRPr lang="en-US" sz="28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15" name="Text 2">
            <a:extLst>
              <a:ext uri="{FF2B5EF4-FFF2-40B4-BE49-F238E27FC236}">
                <a16:creationId xmlns:a16="http://schemas.microsoft.com/office/drawing/2014/main" id="{0C841E1E-5656-40DC-077E-53349A20725F}"/>
              </a:ext>
            </a:extLst>
          </p:cNvPr>
          <p:cNvSpPr/>
          <p:nvPr/>
        </p:nvSpPr>
        <p:spPr>
          <a:xfrm>
            <a:off x="585216" y="1353312"/>
            <a:ext cx="10607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i="1" dirty="0">
                <a:solidFill>
                  <a:schemeClr val="tx1">
                    <a:lumMod val="95000"/>
                  </a:schemeClr>
                </a:solidFill>
                <a:latin typeface="Aptos" panose="020B0004020202020204" pitchFamily="34" charset="0"/>
                <a:ea typeface="Arial" pitchFamily="34" charset="-122"/>
                <a:cs typeface="Arial" pitchFamily="34" charset="-120"/>
              </a:rPr>
              <a:t>Logistic Regression was refit on training months and evaluated on Base month 7 and Variant II month 7.</a:t>
            </a:r>
            <a:endParaRPr lang="en-US" sz="1600" dirty="0">
              <a:solidFill>
                <a:schemeClr val="tx1">
                  <a:lumMod val="95000"/>
                </a:schemeClr>
              </a:solidFill>
              <a:latin typeface="Aptos" panose="020B0004020202020204" pitchFamily="34" charset="0"/>
            </a:endParaRPr>
          </a:p>
        </p:txBody>
      </p:sp>
      <p:sp>
        <p:nvSpPr>
          <p:cNvPr id="19" name="Shape 5">
            <a:extLst>
              <a:ext uri="{FF2B5EF4-FFF2-40B4-BE49-F238E27FC236}">
                <a16:creationId xmlns:a16="http://schemas.microsoft.com/office/drawing/2014/main" id="{DA6BD6EF-13CE-2FDC-5F37-60114728A396}"/>
              </a:ext>
            </a:extLst>
          </p:cNvPr>
          <p:cNvSpPr/>
          <p:nvPr/>
        </p:nvSpPr>
        <p:spPr>
          <a:xfrm>
            <a:off x="459232" y="2095500"/>
            <a:ext cx="1946472" cy="1143000"/>
          </a:xfrm>
          <a:prstGeom prst="roundRect">
            <a:avLst>
              <a:gd name="adj" fmla="val 6400"/>
            </a:avLst>
          </a:prstGeom>
          <a:solidFill>
            <a:srgbClr val="0E55A7"/>
          </a:solidFill>
          <a:ln w="12700">
            <a:solidFill>
              <a:srgbClr val="0E55A7"/>
            </a:solidFill>
            <a:prstDash val="solid"/>
          </a:ln>
          <a:effectLst>
            <a:outerShdw blurRad="25400" dist="50800" dir="16200000" algn="bl" rotWithShape="0">
              <a:srgbClr val="C7D6E7">
                <a:alpha val="18000"/>
              </a:srgbClr>
            </a:outerShdw>
          </a:effectLst>
        </p:spPr>
        <p:txBody>
          <a:bodyPr/>
          <a:lstStyle/>
          <a:p>
            <a:endParaRPr lang="en-PH" sz="2400">
              <a:solidFill>
                <a:srgbClr val="FFFF00"/>
              </a:solidFill>
              <a:latin typeface="Aptos" panose="020B0004020202020204" pitchFamily="34" charset="0"/>
            </a:endParaRPr>
          </a:p>
        </p:txBody>
      </p:sp>
      <p:sp>
        <p:nvSpPr>
          <p:cNvPr id="23" name="Text 6">
            <a:extLst>
              <a:ext uri="{FF2B5EF4-FFF2-40B4-BE49-F238E27FC236}">
                <a16:creationId xmlns:a16="http://schemas.microsoft.com/office/drawing/2014/main" id="{028B8081-9E81-9497-8E8C-7C5BF866918D}"/>
              </a:ext>
            </a:extLst>
          </p:cNvPr>
          <p:cNvSpPr/>
          <p:nvPr/>
        </p:nvSpPr>
        <p:spPr>
          <a:xfrm>
            <a:off x="660400" y="2324100"/>
            <a:ext cx="158202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200" b="1" dirty="0">
                <a:solidFill>
                  <a:srgbClr val="FFC000"/>
                </a:solidFill>
                <a:latin typeface="Aptos" panose="020B0004020202020204" pitchFamily="34" charset="0"/>
                <a:ea typeface="Georgia" pitchFamily="34" charset="-122"/>
                <a:cs typeface="Georgia" pitchFamily="34" charset="-120"/>
              </a:rPr>
              <a:t>0.1985</a:t>
            </a:r>
            <a:endParaRPr lang="en-US" sz="3200" dirty="0">
              <a:solidFill>
                <a:srgbClr val="FFC000"/>
              </a:solidFill>
              <a:latin typeface="Aptos" panose="020B0004020202020204" pitchFamily="34" charset="0"/>
            </a:endParaRPr>
          </a:p>
        </p:txBody>
      </p:sp>
      <p:sp>
        <p:nvSpPr>
          <p:cNvPr id="27" name="Text 7">
            <a:extLst>
              <a:ext uri="{FF2B5EF4-FFF2-40B4-BE49-F238E27FC236}">
                <a16:creationId xmlns:a16="http://schemas.microsoft.com/office/drawing/2014/main" id="{4988DF75-9053-E808-0801-FD01F27E245E}"/>
              </a:ext>
            </a:extLst>
          </p:cNvPr>
          <p:cNvSpPr/>
          <p:nvPr/>
        </p:nvSpPr>
        <p:spPr>
          <a:xfrm>
            <a:off x="687832" y="2621280"/>
            <a:ext cx="17178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latin typeface="Aptos" panose="020B0004020202020204" pitchFamily="34" charset="0"/>
                <a:ea typeface="Arial" pitchFamily="34" charset="-122"/>
                <a:cs typeface="Arial" pitchFamily="34" charset="-120"/>
              </a:rPr>
              <a:t>Base test PR-AUC</a:t>
            </a:r>
            <a:endParaRPr lang="en-US" sz="1400" dirty="0">
              <a:latin typeface="Aptos" panose="020B0004020202020204" pitchFamily="34" charset="0"/>
            </a:endParaRPr>
          </a:p>
        </p:txBody>
      </p:sp>
      <p:sp>
        <p:nvSpPr>
          <p:cNvPr id="31" name="Shape 8">
            <a:extLst>
              <a:ext uri="{FF2B5EF4-FFF2-40B4-BE49-F238E27FC236}">
                <a16:creationId xmlns:a16="http://schemas.microsoft.com/office/drawing/2014/main" id="{DB38FD29-9524-0D71-E1FB-BB7B8E77272F}"/>
              </a:ext>
            </a:extLst>
          </p:cNvPr>
          <p:cNvSpPr/>
          <p:nvPr/>
        </p:nvSpPr>
        <p:spPr>
          <a:xfrm>
            <a:off x="2836672" y="2095500"/>
            <a:ext cx="1946472" cy="1143000"/>
          </a:xfrm>
          <a:prstGeom prst="roundRect">
            <a:avLst>
              <a:gd name="adj" fmla="val 6400"/>
            </a:avLst>
          </a:prstGeom>
          <a:solidFill>
            <a:srgbClr val="0E55A7"/>
          </a:solidFill>
          <a:ln w="12700">
            <a:solidFill>
              <a:srgbClr val="0E55A7"/>
            </a:solidFill>
            <a:prstDash val="solid"/>
          </a:ln>
          <a:effectLst>
            <a:outerShdw blurRad="25400" dist="50800" dir="16200000" algn="bl" rotWithShape="0">
              <a:srgbClr val="C7D6E7">
                <a:alpha val="18000"/>
              </a:srgbClr>
            </a:outerShdw>
          </a:effectLst>
        </p:spPr>
        <p:txBody>
          <a:bodyPr/>
          <a:lstStyle/>
          <a:p>
            <a:endParaRPr lang="en-PH" sz="2400">
              <a:solidFill>
                <a:srgbClr val="FFFF00"/>
              </a:solidFill>
              <a:latin typeface="Aptos" panose="020B0004020202020204" pitchFamily="34" charset="0"/>
            </a:endParaRPr>
          </a:p>
        </p:txBody>
      </p:sp>
      <p:sp>
        <p:nvSpPr>
          <p:cNvPr id="35" name="Text 9">
            <a:extLst>
              <a:ext uri="{FF2B5EF4-FFF2-40B4-BE49-F238E27FC236}">
                <a16:creationId xmlns:a16="http://schemas.microsoft.com/office/drawing/2014/main" id="{05795B7E-5C1D-3774-68CE-BEA9776BA0D3}"/>
              </a:ext>
            </a:extLst>
          </p:cNvPr>
          <p:cNvSpPr/>
          <p:nvPr/>
        </p:nvSpPr>
        <p:spPr>
          <a:xfrm>
            <a:off x="3037840" y="2324100"/>
            <a:ext cx="158202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200" b="1" dirty="0">
                <a:solidFill>
                  <a:srgbClr val="FFC000"/>
                </a:solidFill>
                <a:latin typeface="Aptos" panose="020B0004020202020204" pitchFamily="34" charset="0"/>
                <a:ea typeface="Georgia" pitchFamily="34" charset="-122"/>
                <a:cs typeface="Georgia" pitchFamily="34" charset="-120"/>
              </a:rPr>
              <a:t>0.8907</a:t>
            </a:r>
            <a:endParaRPr lang="en-US" sz="3200" dirty="0">
              <a:solidFill>
                <a:srgbClr val="FFC000"/>
              </a:solidFill>
              <a:latin typeface="Aptos" panose="020B0004020202020204" pitchFamily="34" charset="0"/>
            </a:endParaRPr>
          </a:p>
        </p:txBody>
      </p:sp>
      <p:sp>
        <p:nvSpPr>
          <p:cNvPr id="37" name="Text 10">
            <a:extLst>
              <a:ext uri="{FF2B5EF4-FFF2-40B4-BE49-F238E27FC236}">
                <a16:creationId xmlns:a16="http://schemas.microsoft.com/office/drawing/2014/main" id="{26B1D451-109A-D59C-A8C7-88583DF65DD1}"/>
              </a:ext>
            </a:extLst>
          </p:cNvPr>
          <p:cNvSpPr/>
          <p:nvPr/>
        </p:nvSpPr>
        <p:spPr>
          <a:xfrm>
            <a:off x="3065272" y="2621280"/>
            <a:ext cx="17178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latin typeface="Aptos" panose="020B0004020202020204" pitchFamily="34" charset="0"/>
                <a:ea typeface="Arial" pitchFamily="34" charset="-122"/>
                <a:cs typeface="Arial" pitchFamily="34" charset="-120"/>
              </a:rPr>
              <a:t>Base test ROC-AUC</a:t>
            </a:r>
            <a:endParaRPr lang="en-US" sz="1400" dirty="0">
              <a:latin typeface="Aptos" panose="020B0004020202020204" pitchFamily="34" charset="0"/>
            </a:endParaRPr>
          </a:p>
        </p:txBody>
      </p:sp>
      <p:sp>
        <p:nvSpPr>
          <p:cNvPr id="39" name="Shape 11">
            <a:extLst>
              <a:ext uri="{FF2B5EF4-FFF2-40B4-BE49-F238E27FC236}">
                <a16:creationId xmlns:a16="http://schemas.microsoft.com/office/drawing/2014/main" id="{DCC015B9-67C5-AAF7-C719-4F460E86D7BF}"/>
              </a:ext>
            </a:extLst>
          </p:cNvPr>
          <p:cNvSpPr/>
          <p:nvPr/>
        </p:nvSpPr>
        <p:spPr>
          <a:xfrm>
            <a:off x="5214112" y="2095500"/>
            <a:ext cx="1946472" cy="1143000"/>
          </a:xfrm>
          <a:prstGeom prst="roundRect">
            <a:avLst>
              <a:gd name="adj" fmla="val 6400"/>
            </a:avLst>
          </a:prstGeom>
          <a:solidFill>
            <a:srgbClr val="0E55A7"/>
          </a:solidFill>
          <a:ln w="12700">
            <a:solidFill>
              <a:srgbClr val="0E55A7"/>
            </a:solidFill>
            <a:prstDash val="solid"/>
          </a:ln>
          <a:effectLst>
            <a:outerShdw blurRad="25400" dist="50800" dir="16200000" algn="bl" rotWithShape="0">
              <a:srgbClr val="C7D6E7">
                <a:alpha val="18000"/>
              </a:srgbClr>
            </a:outerShdw>
          </a:effectLst>
        </p:spPr>
        <p:txBody>
          <a:bodyPr/>
          <a:lstStyle/>
          <a:p>
            <a:endParaRPr lang="en-PH" sz="2400">
              <a:solidFill>
                <a:srgbClr val="FFFF00"/>
              </a:solidFill>
              <a:latin typeface="Aptos" panose="020B0004020202020204" pitchFamily="34" charset="0"/>
            </a:endParaRPr>
          </a:p>
        </p:txBody>
      </p:sp>
      <p:sp>
        <p:nvSpPr>
          <p:cNvPr id="41" name="Text 12">
            <a:extLst>
              <a:ext uri="{FF2B5EF4-FFF2-40B4-BE49-F238E27FC236}">
                <a16:creationId xmlns:a16="http://schemas.microsoft.com/office/drawing/2014/main" id="{21677507-9323-ACAA-09AA-0F69F91CA356}"/>
              </a:ext>
            </a:extLst>
          </p:cNvPr>
          <p:cNvSpPr/>
          <p:nvPr/>
        </p:nvSpPr>
        <p:spPr>
          <a:xfrm>
            <a:off x="5415280" y="2324100"/>
            <a:ext cx="158202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200" b="1" dirty="0">
                <a:solidFill>
                  <a:srgbClr val="FFC000"/>
                </a:solidFill>
                <a:latin typeface="Aptos" panose="020B0004020202020204" pitchFamily="34" charset="0"/>
                <a:ea typeface="Georgia" pitchFamily="34" charset="-122"/>
                <a:cs typeface="Georgia" pitchFamily="34" charset="-120"/>
              </a:rPr>
              <a:t>67.02%</a:t>
            </a:r>
            <a:endParaRPr lang="en-US" sz="3200" dirty="0">
              <a:solidFill>
                <a:srgbClr val="FFC000"/>
              </a:solidFill>
              <a:latin typeface="Aptos" panose="020B0004020202020204" pitchFamily="34" charset="0"/>
            </a:endParaRPr>
          </a:p>
        </p:txBody>
      </p:sp>
      <p:sp>
        <p:nvSpPr>
          <p:cNvPr id="43" name="Text 13">
            <a:extLst>
              <a:ext uri="{FF2B5EF4-FFF2-40B4-BE49-F238E27FC236}">
                <a16:creationId xmlns:a16="http://schemas.microsoft.com/office/drawing/2014/main" id="{F6A1844D-6519-34A7-E4AF-3834FBF880B0}"/>
              </a:ext>
            </a:extLst>
          </p:cNvPr>
          <p:cNvSpPr/>
          <p:nvPr/>
        </p:nvSpPr>
        <p:spPr>
          <a:xfrm>
            <a:off x="5442712" y="2684780"/>
            <a:ext cx="183793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latin typeface="Aptos" panose="020B0004020202020204" pitchFamily="34" charset="0"/>
                <a:ea typeface="Arial" pitchFamily="34" charset="-122"/>
                <a:cs typeface="Arial" pitchFamily="34" charset="-120"/>
              </a:rPr>
              <a:t>Fraud captured in top 10%</a:t>
            </a:r>
            <a:endParaRPr lang="en-US" sz="1400" dirty="0">
              <a:latin typeface="Aptos" panose="020B0004020202020204" pitchFamily="34" charset="0"/>
            </a:endParaRPr>
          </a:p>
        </p:txBody>
      </p:sp>
      <p:sp>
        <p:nvSpPr>
          <p:cNvPr id="45" name="Shape 14">
            <a:extLst>
              <a:ext uri="{FF2B5EF4-FFF2-40B4-BE49-F238E27FC236}">
                <a16:creationId xmlns:a16="http://schemas.microsoft.com/office/drawing/2014/main" id="{B321E8AC-93C0-1004-6B58-670EADEA2D34}"/>
              </a:ext>
            </a:extLst>
          </p:cNvPr>
          <p:cNvSpPr/>
          <p:nvPr/>
        </p:nvSpPr>
        <p:spPr>
          <a:xfrm>
            <a:off x="7591552" y="2095500"/>
            <a:ext cx="1946472" cy="1143000"/>
          </a:xfrm>
          <a:prstGeom prst="roundRect">
            <a:avLst>
              <a:gd name="adj" fmla="val 6400"/>
            </a:avLst>
          </a:prstGeom>
          <a:solidFill>
            <a:srgbClr val="0E55A7"/>
          </a:solidFill>
          <a:ln w="12700">
            <a:solidFill>
              <a:srgbClr val="0E55A7"/>
            </a:solidFill>
            <a:prstDash val="solid"/>
          </a:ln>
          <a:effectLst>
            <a:outerShdw blurRad="25400" dist="50800" dir="16200000" algn="bl" rotWithShape="0">
              <a:srgbClr val="C7D6E7">
                <a:alpha val="18000"/>
              </a:srgbClr>
            </a:outerShdw>
          </a:effectLst>
        </p:spPr>
        <p:txBody>
          <a:bodyPr/>
          <a:lstStyle/>
          <a:p>
            <a:endParaRPr lang="en-PH" sz="2400" dirty="0">
              <a:solidFill>
                <a:srgbClr val="FFFF00"/>
              </a:solidFill>
              <a:latin typeface="Aptos" panose="020B0004020202020204" pitchFamily="34" charset="0"/>
            </a:endParaRPr>
          </a:p>
        </p:txBody>
      </p:sp>
      <p:sp>
        <p:nvSpPr>
          <p:cNvPr id="47" name="Text 15">
            <a:extLst>
              <a:ext uri="{FF2B5EF4-FFF2-40B4-BE49-F238E27FC236}">
                <a16:creationId xmlns:a16="http://schemas.microsoft.com/office/drawing/2014/main" id="{6236F417-032F-3457-3099-534BB2D85A72}"/>
              </a:ext>
            </a:extLst>
          </p:cNvPr>
          <p:cNvSpPr/>
          <p:nvPr/>
        </p:nvSpPr>
        <p:spPr>
          <a:xfrm>
            <a:off x="7792720" y="2324100"/>
            <a:ext cx="158202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200" b="1" dirty="0">
                <a:solidFill>
                  <a:srgbClr val="FFC000"/>
                </a:solidFill>
                <a:latin typeface="Aptos" panose="020B0004020202020204" pitchFamily="34" charset="0"/>
                <a:ea typeface="Georgia" pitchFamily="34" charset="-122"/>
                <a:cs typeface="Georgia" pitchFamily="34" charset="-120"/>
              </a:rPr>
              <a:t>9.88%</a:t>
            </a:r>
            <a:endParaRPr lang="en-US" sz="3200" dirty="0">
              <a:solidFill>
                <a:srgbClr val="FFC000"/>
              </a:solidFill>
              <a:latin typeface="Aptos" panose="020B0004020202020204" pitchFamily="34" charset="0"/>
            </a:endParaRPr>
          </a:p>
        </p:txBody>
      </p:sp>
      <p:sp>
        <p:nvSpPr>
          <p:cNvPr id="49" name="Text 16">
            <a:extLst>
              <a:ext uri="{FF2B5EF4-FFF2-40B4-BE49-F238E27FC236}">
                <a16:creationId xmlns:a16="http://schemas.microsoft.com/office/drawing/2014/main" id="{6D1F4623-D6BA-D438-3D51-35F97BA62CC8}"/>
              </a:ext>
            </a:extLst>
          </p:cNvPr>
          <p:cNvSpPr/>
          <p:nvPr/>
        </p:nvSpPr>
        <p:spPr>
          <a:xfrm>
            <a:off x="7820152" y="2710180"/>
            <a:ext cx="17178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latin typeface="Aptos" panose="020B0004020202020204" pitchFamily="34" charset="0"/>
                <a:ea typeface="Arial" pitchFamily="34" charset="-122"/>
                <a:cs typeface="Arial" pitchFamily="34" charset="-120"/>
              </a:rPr>
              <a:t>Precision in review queue</a:t>
            </a:r>
            <a:endParaRPr lang="en-US" sz="1400" dirty="0">
              <a:latin typeface="Aptos" panose="020B0004020202020204" pitchFamily="34" charset="0"/>
            </a:endParaRPr>
          </a:p>
        </p:txBody>
      </p:sp>
      <p:sp>
        <p:nvSpPr>
          <p:cNvPr id="51" name="Shape 17">
            <a:extLst>
              <a:ext uri="{FF2B5EF4-FFF2-40B4-BE49-F238E27FC236}">
                <a16:creationId xmlns:a16="http://schemas.microsoft.com/office/drawing/2014/main" id="{171C07DC-A4B2-6791-FF01-9C059D90001D}"/>
              </a:ext>
            </a:extLst>
          </p:cNvPr>
          <p:cNvSpPr/>
          <p:nvPr/>
        </p:nvSpPr>
        <p:spPr>
          <a:xfrm>
            <a:off x="9968992" y="2095500"/>
            <a:ext cx="1946472" cy="1143000"/>
          </a:xfrm>
          <a:prstGeom prst="roundRect">
            <a:avLst>
              <a:gd name="adj" fmla="val 6400"/>
            </a:avLst>
          </a:prstGeom>
          <a:solidFill>
            <a:srgbClr val="0E55A7"/>
          </a:solidFill>
          <a:ln w="12700">
            <a:solidFill>
              <a:srgbClr val="0E55A7"/>
            </a:solidFill>
            <a:prstDash val="solid"/>
          </a:ln>
          <a:effectLst>
            <a:outerShdw blurRad="25400" dist="50800" dir="16200000" algn="bl" rotWithShape="0">
              <a:srgbClr val="C7D6E7">
                <a:alpha val="18000"/>
              </a:srgbClr>
            </a:outerShdw>
          </a:effectLst>
        </p:spPr>
        <p:txBody>
          <a:bodyPr/>
          <a:lstStyle/>
          <a:p>
            <a:endParaRPr lang="en-PH" sz="2400">
              <a:solidFill>
                <a:srgbClr val="FFFF00"/>
              </a:solidFill>
              <a:latin typeface="Aptos" panose="020B0004020202020204" pitchFamily="34" charset="0"/>
            </a:endParaRPr>
          </a:p>
        </p:txBody>
      </p:sp>
      <p:sp>
        <p:nvSpPr>
          <p:cNvPr id="53" name="Text 18">
            <a:extLst>
              <a:ext uri="{FF2B5EF4-FFF2-40B4-BE49-F238E27FC236}">
                <a16:creationId xmlns:a16="http://schemas.microsoft.com/office/drawing/2014/main" id="{9D19D532-AC9D-A91D-E0F2-BAD017301F6C}"/>
              </a:ext>
            </a:extLst>
          </p:cNvPr>
          <p:cNvSpPr/>
          <p:nvPr/>
        </p:nvSpPr>
        <p:spPr>
          <a:xfrm>
            <a:off x="10170160" y="2324100"/>
            <a:ext cx="123322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3200" b="1" dirty="0">
                <a:solidFill>
                  <a:srgbClr val="FFC000"/>
                </a:solidFill>
                <a:latin typeface="Aptos" panose="020B0004020202020204" pitchFamily="34" charset="0"/>
                <a:ea typeface="Georgia" pitchFamily="34" charset="-122"/>
                <a:cs typeface="Georgia" pitchFamily="34" charset="-120"/>
              </a:rPr>
              <a:t>6.42M</a:t>
            </a:r>
            <a:endParaRPr lang="en-US" sz="3200" dirty="0">
              <a:solidFill>
                <a:srgbClr val="FFC000"/>
              </a:solidFill>
              <a:latin typeface="Aptos" panose="020B0004020202020204" pitchFamily="34" charset="0"/>
            </a:endParaRPr>
          </a:p>
        </p:txBody>
      </p:sp>
      <p:sp>
        <p:nvSpPr>
          <p:cNvPr id="55" name="Text 19">
            <a:extLst>
              <a:ext uri="{FF2B5EF4-FFF2-40B4-BE49-F238E27FC236}">
                <a16:creationId xmlns:a16="http://schemas.microsoft.com/office/drawing/2014/main" id="{1AE9A03D-DA08-2AFF-F478-2E344B40A4B3}"/>
              </a:ext>
            </a:extLst>
          </p:cNvPr>
          <p:cNvSpPr/>
          <p:nvPr/>
        </p:nvSpPr>
        <p:spPr>
          <a:xfrm>
            <a:off x="10197591" y="2621280"/>
            <a:ext cx="858937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latin typeface="Aptos" panose="020B0004020202020204" pitchFamily="34" charset="0"/>
                <a:ea typeface="Arial" pitchFamily="34" charset="-122"/>
                <a:cs typeface="Arial" pitchFamily="34" charset="-120"/>
              </a:rPr>
              <a:t>Net benefit</a:t>
            </a:r>
            <a:endParaRPr lang="en-US" sz="1400" dirty="0">
              <a:latin typeface="Aptos" panose="020B0004020202020204" pitchFamily="34" charset="0"/>
            </a:endParaRPr>
          </a:p>
        </p:txBody>
      </p:sp>
      <p:sp>
        <p:nvSpPr>
          <p:cNvPr id="57" name="Shape 20">
            <a:extLst>
              <a:ext uri="{FF2B5EF4-FFF2-40B4-BE49-F238E27FC236}">
                <a16:creationId xmlns:a16="http://schemas.microsoft.com/office/drawing/2014/main" id="{9F960361-DC3C-E110-0902-751EC0BBE892}"/>
              </a:ext>
            </a:extLst>
          </p:cNvPr>
          <p:cNvSpPr/>
          <p:nvPr/>
        </p:nvSpPr>
        <p:spPr>
          <a:xfrm>
            <a:off x="713232" y="4025900"/>
            <a:ext cx="4663440" cy="1965960"/>
          </a:xfrm>
          <a:prstGeom prst="rect">
            <a:avLst/>
          </a:prstGeom>
          <a:solidFill>
            <a:srgbClr val="DCEAF8"/>
          </a:solidFill>
          <a:ln w="12700">
            <a:solidFill>
              <a:srgbClr val="DCEAF8"/>
            </a:solidFill>
            <a:prstDash val="solid"/>
          </a:ln>
        </p:spPr>
        <p:txBody>
          <a:bodyPr/>
          <a:lstStyle/>
          <a:p>
            <a:endParaRPr lang="en-PH" sz="2400">
              <a:solidFill>
                <a:srgbClr val="FFFF00"/>
              </a:solidFill>
              <a:latin typeface="Aptos" panose="020B0004020202020204" pitchFamily="34" charset="0"/>
            </a:endParaRPr>
          </a:p>
        </p:txBody>
      </p:sp>
      <p:sp>
        <p:nvSpPr>
          <p:cNvPr id="59" name="Text 21">
            <a:extLst>
              <a:ext uri="{FF2B5EF4-FFF2-40B4-BE49-F238E27FC236}">
                <a16:creationId xmlns:a16="http://schemas.microsoft.com/office/drawing/2014/main" id="{305ACF14-3111-4457-CDD5-CB4FB5F9D18F}"/>
              </a:ext>
            </a:extLst>
          </p:cNvPr>
          <p:cNvSpPr/>
          <p:nvPr/>
        </p:nvSpPr>
        <p:spPr>
          <a:xfrm>
            <a:off x="713232" y="3797300"/>
            <a:ext cx="4663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FFC000"/>
                </a:solidFill>
                <a:latin typeface="Aptos" panose="020B0004020202020204" pitchFamily="34" charset="0"/>
                <a:ea typeface="Arial" pitchFamily="34" charset="-122"/>
                <a:cs typeface="Arial" pitchFamily="34" charset="-120"/>
              </a:rPr>
              <a:t>PR-AUC robustness</a:t>
            </a:r>
            <a:endParaRPr lang="en-US" b="1" dirty="0">
              <a:solidFill>
                <a:srgbClr val="FFC000"/>
              </a:solidFill>
              <a:latin typeface="Aptos" panose="020B0004020202020204" pitchFamily="34" charset="0"/>
            </a:endParaRPr>
          </a:p>
        </p:txBody>
      </p:sp>
      <p:sp>
        <p:nvSpPr>
          <p:cNvPr id="61" name="Shape 22">
            <a:extLst>
              <a:ext uri="{FF2B5EF4-FFF2-40B4-BE49-F238E27FC236}">
                <a16:creationId xmlns:a16="http://schemas.microsoft.com/office/drawing/2014/main" id="{B043016A-33DB-EB05-0E27-D7EADAB7AB81}"/>
              </a:ext>
            </a:extLst>
          </p:cNvPr>
          <p:cNvSpPr/>
          <p:nvPr/>
        </p:nvSpPr>
        <p:spPr>
          <a:xfrm>
            <a:off x="1272845" y="4445396"/>
            <a:ext cx="1212494" cy="1089264"/>
          </a:xfrm>
          <a:prstGeom prst="rect">
            <a:avLst/>
          </a:prstGeom>
          <a:solidFill>
            <a:srgbClr val="0E55A7"/>
          </a:solidFill>
          <a:ln w="12700">
            <a:solidFill>
              <a:srgbClr val="0E55A7"/>
            </a:solidFill>
            <a:prstDash val="solid"/>
          </a:ln>
        </p:spPr>
        <p:txBody>
          <a:bodyPr/>
          <a:lstStyle/>
          <a:p>
            <a:endParaRPr lang="en-PH" sz="2400">
              <a:solidFill>
                <a:srgbClr val="FFFF00"/>
              </a:solidFill>
              <a:latin typeface="Aptos" panose="020B0004020202020204" pitchFamily="34" charset="0"/>
            </a:endParaRPr>
          </a:p>
        </p:txBody>
      </p:sp>
      <p:sp>
        <p:nvSpPr>
          <p:cNvPr id="63" name="Text 23">
            <a:extLst>
              <a:ext uri="{FF2B5EF4-FFF2-40B4-BE49-F238E27FC236}">
                <a16:creationId xmlns:a16="http://schemas.microsoft.com/office/drawing/2014/main" id="{E852DF03-9C6B-A863-4D71-8E78CE5585F8}"/>
              </a:ext>
            </a:extLst>
          </p:cNvPr>
          <p:cNvSpPr/>
          <p:nvPr/>
        </p:nvSpPr>
        <p:spPr>
          <a:xfrm>
            <a:off x="1089965" y="5607812"/>
            <a:ext cx="157825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b="1" dirty="0">
                <a:solidFill>
                  <a:schemeClr val="bg1"/>
                </a:solidFill>
                <a:latin typeface="Aptos" panose="020B0004020202020204" pitchFamily="34" charset="0"/>
                <a:ea typeface="Arial" pitchFamily="34" charset="-122"/>
                <a:cs typeface="Arial" pitchFamily="34" charset="-120"/>
              </a:rPr>
              <a:t>Base</a:t>
            </a:r>
            <a:endParaRPr lang="en-US" b="1" dirty="0">
              <a:solidFill>
                <a:schemeClr val="bg1"/>
              </a:solidFill>
              <a:latin typeface="Aptos" panose="020B0004020202020204" pitchFamily="34" charset="0"/>
            </a:endParaRPr>
          </a:p>
        </p:txBody>
      </p:sp>
      <p:sp>
        <p:nvSpPr>
          <p:cNvPr id="65" name="Text 24">
            <a:extLst>
              <a:ext uri="{FF2B5EF4-FFF2-40B4-BE49-F238E27FC236}">
                <a16:creationId xmlns:a16="http://schemas.microsoft.com/office/drawing/2014/main" id="{ADBDE9D2-DD13-0FC0-BAB8-739A6ECA16E8}"/>
              </a:ext>
            </a:extLst>
          </p:cNvPr>
          <p:cNvSpPr/>
          <p:nvPr/>
        </p:nvSpPr>
        <p:spPr>
          <a:xfrm>
            <a:off x="1108253" y="4189364"/>
            <a:ext cx="154167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dirty="0">
                <a:solidFill>
                  <a:schemeClr val="bg1"/>
                </a:solidFill>
                <a:latin typeface="Aptos" panose="020B0004020202020204" pitchFamily="34" charset="0"/>
                <a:ea typeface="Arial" pitchFamily="34" charset="-122"/>
                <a:cs typeface="Arial" pitchFamily="34" charset="-120"/>
              </a:rPr>
              <a:t>0.1985</a:t>
            </a:r>
            <a:endParaRPr lang="en-US" dirty="0">
              <a:solidFill>
                <a:schemeClr val="bg1"/>
              </a:solidFill>
              <a:latin typeface="Aptos" panose="020B0004020202020204" pitchFamily="34" charset="0"/>
            </a:endParaRPr>
          </a:p>
        </p:txBody>
      </p:sp>
      <p:sp>
        <p:nvSpPr>
          <p:cNvPr id="67" name="Shape 25">
            <a:extLst>
              <a:ext uri="{FF2B5EF4-FFF2-40B4-BE49-F238E27FC236}">
                <a16:creationId xmlns:a16="http://schemas.microsoft.com/office/drawing/2014/main" id="{A688814A-6716-FF29-7BC2-2D6327546A99}"/>
              </a:ext>
            </a:extLst>
          </p:cNvPr>
          <p:cNvSpPr/>
          <p:nvPr/>
        </p:nvSpPr>
        <p:spPr>
          <a:xfrm>
            <a:off x="3604565" y="4430346"/>
            <a:ext cx="1212494" cy="1104314"/>
          </a:xfrm>
          <a:prstGeom prst="rect">
            <a:avLst/>
          </a:prstGeom>
          <a:solidFill>
            <a:srgbClr val="4AAAA0"/>
          </a:solidFill>
          <a:ln w="12700">
            <a:solidFill>
              <a:srgbClr val="4AAAA0"/>
            </a:solidFill>
            <a:prstDash val="solid"/>
          </a:ln>
        </p:spPr>
        <p:txBody>
          <a:bodyPr/>
          <a:lstStyle/>
          <a:p>
            <a:endParaRPr lang="en-PH" sz="2400">
              <a:solidFill>
                <a:srgbClr val="FFFF00"/>
              </a:solidFill>
              <a:latin typeface="Aptos" panose="020B0004020202020204" pitchFamily="34" charset="0"/>
            </a:endParaRPr>
          </a:p>
        </p:txBody>
      </p:sp>
      <p:sp>
        <p:nvSpPr>
          <p:cNvPr id="69" name="Text 26">
            <a:extLst>
              <a:ext uri="{FF2B5EF4-FFF2-40B4-BE49-F238E27FC236}">
                <a16:creationId xmlns:a16="http://schemas.microsoft.com/office/drawing/2014/main" id="{32F86ABC-3E55-1A20-AD19-B7FE05A3E7AF}"/>
              </a:ext>
            </a:extLst>
          </p:cNvPr>
          <p:cNvSpPr/>
          <p:nvPr/>
        </p:nvSpPr>
        <p:spPr>
          <a:xfrm>
            <a:off x="3421685" y="5607812"/>
            <a:ext cx="157825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  <a:latin typeface="Aptos" panose="020B0004020202020204" pitchFamily="34" charset="0"/>
                <a:ea typeface="Arial" pitchFamily="34" charset="-122"/>
                <a:cs typeface="Arial" pitchFamily="34" charset="-120"/>
              </a:rPr>
              <a:t>Variant II</a:t>
            </a:r>
            <a:endParaRPr lang="en-US" sz="1600" b="1" dirty="0">
              <a:solidFill>
                <a:schemeClr val="bg1"/>
              </a:solidFill>
              <a:latin typeface="Aptos" panose="020B0004020202020204" pitchFamily="34" charset="0"/>
            </a:endParaRPr>
          </a:p>
        </p:txBody>
      </p:sp>
      <p:sp>
        <p:nvSpPr>
          <p:cNvPr id="71" name="Text 27">
            <a:extLst>
              <a:ext uri="{FF2B5EF4-FFF2-40B4-BE49-F238E27FC236}">
                <a16:creationId xmlns:a16="http://schemas.microsoft.com/office/drawing/2014/main" id="{0BD896ED-D74D-2E96-C2C4-79979094DD9E}"/>
              </a:ext>
            </a:extLst>
          </p:cNvPr>
          <p:cNvSpPr/>
          <p:nvPr/>
        </p:nvSpPr>
        <p:spPr>
          <a:xfrm>
            <a:off x="3439973" y="4174314"/>
            <a:ext cx="154167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dirty="0">
                <a:solidFill>
                  <a:schemeClr val="bg1"/>
                </a:solidFill>
                <a:latin typeface="Aptos" panose="020B0004020202020204" pitchFamily="34" charset="0"/>
                <a:ea typeface="Arial" pitchFamily="34" charset="-122"/>
                <a:cs typeface="Arial" pitchFamily="34" charset="-120"/>
              </a:rPr>
              <a:t>0.2013</a:t>
            </a:r>
            <a:endParaRPr lang="en-US" dirty="0">
              <a:solidFill>
                <a:schemeClr val="bg1"/>
              </a:solidFill>
              <a:latin typeface="Aptos" panose="020B0004020202020204" pitchFamily="34" charset="0"/>
            </a:endParaRPr>
          </a:p>
        </p:txBody>
      </p:sp>
      <p:sp>
        <p:nvSpPr>
          <p:cNvPr id="73" name="Shape 28">
            <a:extLst>
              <a:ext uri="{FF2B5EF4-FFF2-40B4-BE49-F238E27FC236}">
                <a16:creationId xmlns:a16="http://schemas.microsoft.com/office/drawing/2014/main" id="{349EFF84-B0F7-B615-711E-255B290D4037}"/>
              </a:ext>
            </a:extLst>
          </p:cNvPr>
          <p:cNvSpPr/>
          <p:nvPr/>
        </p:nvSpPr>
        <p:spPr>
          <a:xfrm>
            <a:off x="6126480" y="4025900"/>
            <a:ext cx="4663440" cy="1965960"/>
          </a:xfrm>
          <a:prstGeom prst="rect">
            <a:avLst/>
          </a:prstGeom>
          <a:solidFill>
            <a:srgbClr val="DCEAF8"/>
          </a:solidFill>
          <a:ln w="12700">
            <a:solidFill>
              <a:srgbClr val="DCEAF8"/>
            </a:solidFill>
            <a:prstDash val="solid"/>
          </a:ln>
        </p:spPr>
        <p:txBody>
          <a:bodyPr/>
          <a:lstStyle/>
          <a:p>
            <a:endParaRPr lang="en-PH" sz="2400">
              <a:solidFill>
                <a:srgbClr val="FFFF00"/>
              </a:solidFill>
              <a:latin typeface="Aptos" panose="020B0004020202020204" pitchFamily="34" charset="0"/>
            </a:endParaRPr>
          </a:p>
        </p:txBody>
      </p:sp>
      <p:sp>
        <p:nvSpPr>
          <p:cNvPr id="75" name="Text 29">
            <a:extLst>
              <a:ext uri="{FF2B5EF4-FFF2-40B4-BE49-F238E27FC236}">
                <a16:creationId xmlns:a16="http://schemas.microsoft.com/office/drawing/2014/main" id="{DD0E3089-BAF6-6190-BB85-639F6F401D7D}"/>
              </a:ext>
            </a:extLst>
          </p:cNvPr>
          <p:cNvSpPr/>
          <p:nvPr/>
        </p:nvSpPr>
        <p:spPr>
          <a:xfrm>
            <a:off x="6126480" y="3797300"/>
            <a:ext cx="4663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FFC000"/>
                </a:solidFill>
                <a:latin typeface="Aptos" panose="020B0004020202020204" pitchFamily="34" charset="0"/>
                <a:ea typeface="Arial" pitchFamily="34" charset="-122"/>
                <a:cs typeface="Arial" pitchFamily="34" charset="-120"/>
              </a:rPr>
              <a:t>Top-10% recall robustness</a:t>
            </a:r>
            <a:endParaRPr lang="en-US" b="1" dirty="0">
              <a:solidFill>
                <a:srgbClr val="FFC000"/>
              </a:solidFill>
              <a:latin typeface="Aptos" panose="020B0004020202020204" pitchFamily="34" charset="0"/>
            </a:endParaRPr>
          </a:p>
        </p:txBody>
      </p:sp>
      <p:sp>
        <p:nvSpPr>
          <p:cNvPr id="77" name="Shape 30">
            <a:extLst>
              <a:ext uri="{FF2B5EF4-FFF2-40B4-BE49-F238E27FC236}">
                <a16:creationId xmlns:a16="http://schemas.microsoft.com/office/drawing/2014/main" id="{BC0F8F90-5448-7ADD-68B7-4ECFB9C2D5A4}"/>
              </a:ext>
            </a:extLst>
          </p:cNvPr>
          <p:cNvSpPr/>
          <p:nvPr/>
        </p:nvSpPr>
        <p:spPr>
          <a:xfrm>
            <a:off x="6686093" y="4385602"/>
            <a:ext cx="1212494" cy="1149058"/>
          </a:xfrm>
          <a:prstGeom prst="rect">
            <a:avLst/>
          </a:prstGeom>
          <a:solidFill>
            <a:srgbClr val="0E55A7"/>
          </a:solidFill>
          <a:ln w="12700">
            <a:solidFill>
              <a:srgbClr val="0E55A7"/>
            </a:solidFill>
            <a:prstDash val="solid"/>
          </a:ln>
        </p:spPr>
        <p:txBody>
          <a:bodyPr/>
          <a:lstStyle/>
          <a:p>
            <a:endParaRPr lang="en-PH" sz="2400">
              <a:solidFill>
                <a:srgbClr val="FFFF00"/>
              </a:solidFill>
              <a:latin typeface="Aptos" panose="020B0004020202020204" pitchFamily="34" charset="0"/>
            </a:endParaRPr>
          </a:p>
        </p:txBody>
      </p:sp>
      <p:sp>
        <p:nvSpPr>
          <p:cNvPr id="79" name="Text 31">
            <a:extLst>
              <a:ext uri="{FF2B5EF4-FFF2-40B4-BE49-F238E27FC236}">
                <a16:creationId xmlns:a16="http://schemas.microsoft.com/office/drawing/2014/main" id="{27000D37-0DB6-AC0C-ECC6-DFE761F7D750}"/>
              </a:ext>
            </a:extLst>
          </p:cNvPr>
          <p:cNvSpPr/>
          <p:nvPr/>
        </p:nvSpPr>
        <p:spPr>
          <a:xfrm>
            <a:off x="6503213" y="5607812"/>
            <a:ext cx="157825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b="1" dirty="0">
                <a:solidFill>
                  <a:schemeClr val="bg1"/>
                </a:solidFill>
                <a:latin typeface="Aptos" panose="020B0004020202020204" pitchFamily="34" charset="0"/>
                <a:ea typeface="Arial" pitchFamily="34" charset="-122"/>
                <a:cs typeface="Arial" pitchFamily="34" charset="-120"/>
              </a:rPr>
              <a:t>Base</a:t>
            </a:r>
            <a:endParaRPr lang="en-US" b="1" dirty="0">
              <a:solidFill>
                <a:schemeClr val="bg1"/>
              </a:solidFill>
              <a:latin typeface="Aptos" panose="020B0004020202020204" pitchFamily="34" charset="0"/>
            </a:endParaRPr>
          </a:p>
        </p:txBody>
      </p:sp>
      <p:sp>
        <p:nvSpPr>
          <p:cNvPr id="81" name="Text 32">
            <a:extLst>
              <a:ext uri="{FF2B5EF4-FFF2-40B4-BE49-F238E27FC236}">
                <a16:creationId xmlns:a16="http://schemas.microsoft.com/office/drawing/2014/main" id="{CF912522-8F5E-C4AB-5A49-443C5BC3BC69}"/>
              </a:ext>
            </a:extLst>
          </p:cNvPr>
          <p:cNvSpPr/>
          <p:nvPr/>
        </p:nvSpPr>
        <p:spPr>
          <a:xfrm>
            <a:off x="6521501" y="4129570"/>
            <a:ext cx="154167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dirty="0">
                <a:solidFill>
                  <a:schemeClr val="bg1"/>
                </a:solidFill>
                <a:latin typeface="Aptos" panose="020B0004020202020204" pitchFamily="34" charset="0"/>
                <a:ea typeface="Arial" pitchFamily="34" charset="-122"/>
                <a:cs typeface="Arial" pitchFamily="34" charset="-120"/>
              </a:rPr>
              <a:t>67.02%</a:t>
            </a:r>
            <a:endParaRPr lang="en-US" dirty="0">
              <a:solidFill>
                <a:schemeClr val="bg1"/>
              </a:solidFill>
              <a:latin typeface="Aptos" panose="020B0004020202020204" pitchFamily="34" charset="0"/>
            </a:endParaRPr>
          </a:p>
        </p:txBody>
      </p:sp>
      <p:sp>
        <p:nvSpPr>
          <p:cNvPr id="83" name="Shape 33">
            <a:extLst>
              <a:ext uri="{FF2B5EF4-FFF2-40B4-BE49-F238E27FC236}">
                <a16:creationId xmlns:a16="http://schemas.microsoft.com/office/drawing/2014/main" id="{8C65089E-C238-F528-4D45-95F3FC9A8CB8}"/>
              </a:ext>
            </a:extLst>
          </p:cNvPr>
          <p:cNvSpPr/>
          <p:nvPr/>
        </p:nvSpPr>
        <p:spPr>
          <a:xfrm>
            <a:off x="9017813" y="4395203"/>
            <a:ext cx="1212494" cy="1139457"/>
          </a:xfrm>
          <a:prstGeom prst="rect">
            <a:avLst/>
          </a:prstGeom>
          <a:solidFill>
            <a:srgbClr val="4AAAA0"/>
          </a:solidFill>
          <a:ln w="12700">
            <a:solidFill>
              <a:srgbClr val="4AAAA0"/>
            </a:solidFill>
            <a:prstDash val="solid"/>
          </a:ln>
        </p:spPr>
        <p:txBody>
          <a:bodyPr/>
          <a:lstStyle/>
          <a:p>
            <a:endParaRPr lang="en-PH" sz="2400">
              <a:solidFill>
                <a:srgbClr val="FFFF00"/>
              </a:solidFill>
              <a:latin typeface="Aptos" panose="020B0004020202020204" pitchFamily="34" charset="0"/>
            </a:endParaRPr>
          </a:p>
        </p:txBody>
      </p:sp>
      <p:sp>
        <p:nvSpPr>
          <p:cNvPr id="85" name="Text 34">
            <a:extLst>
              <a:ext uri="{FF2B5EF4-FFF2-40B4-BE49-F238E27FC236}">
                <a16:creationId xmlns:a16="http://schemas.microsoft.com/office/drawing/2014/main" id="{A732D5A1-5EF3-D386-8ACB-7DD5D53E3E3C}"/>
              </a:ext>
            </a:extLst>
          </p:cNvPr>
          <p:cNvSpPr/>
          <p:nvPr/>
        </p:nvSpPr>
        <p:spPr>
          <a:xfrm>
            <a:off x="8834933" y="5607812"/>
            <a:ext cx="157825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  <a:latin typeface="Aptos" panose="020B0004020202020204" pitchFamily="34" charset="0"/>
                <a:ea typeface="Arial" pitchFamily="34" charset="-122"/>
                <a:cs typeface="Arial" pitchFamily="34" charset="-120"/>
              </a:rPr>
              <a:t>Variant II</a:t>
            </a:r>
            <a:endParaRPr lang="en-US" sz="1600" b="1" dirty="0">
              <a:solidFill>
                <a:schemeClr val="bg1"/>
              </a:solidFill>
              <a:latin typeface="Aptos" panose="020B0004020202020204" pitchFamily="34" charset="0"/>
            </a:endParaRPr>
          </a:p>
        </p:txBody>
      </p:sp>
      <p:sp>
        <p:nvSpPr>
          <p:cNvPr id="87" name="Text 35">
            <a:extLst>
              <a:ext uri="{FF2B5EF4-FFF2-40B4-BE49-F238E27FC236}">
                <a16:creationId xmlns:a16="http://schemas.microsoft.com/office/drawing/2014/main" id="{D20462E1-A597-5D17-2CA0-AD54EECBB1B5}"/>
              </a:ext>
            </a:extLst>
          </p:cNvPr>
          <p:cNvSpPr/>
          <p:nvPr/>
        </p:nvSpPr>
        <p:spPr>
          <a:xfrm>
            <a:off x="8853221" y="4139171"/>
            <a:ext cx="154167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dirty="0">
                <a:solidFill>
                  <a:schemeClr val="bg1"/>
                </a:solidFill>
                <a:latin typeface="Aptos" panose="020B0004020202020204" pitchFamily="34" charset="0"/>
                <a:ea typeface="Arial" pitchFamily="34" charset="-122"/>
                <a:cs typeface="Arial" pitchFamily="34" charset="-120"/>
              </a:rPr>
              <a:t>66.46%</a:t>
            </a:r>
            <a:endParaRPr lang="en-US" dirty="0">
              <a:solidFill>
                <a:schemeClr val="bg1"/>
              </a:solidFill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8999902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4DBC7FA-ED60-68F8-32BB-185B4A8637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884B1882-8A9B-B91B-51AC-2783ABC01A4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53583327-F7A2-4CD6-98AF-69BBF3408565}"/>
              </a:ext>
            </a:extLst>
          </p:cNvPr>
          <p:cNvSpPr/>
          <p:nvPr/>
        </p:nvSpPr>
        <p:spPr>
          <a:xfrm>
            <a:off x="396240" y="6335776"/>
            <a:ext cx="6217920" cy="440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>
                    <a:lumMod val="85000"/>
                  </a:schemeClr>
                </a:solidFill>
                <a:latin typeface="Aptos" panose="020B0004020202020204" pitchFamily="34" charset="0"/>
                <a:ea typeface="Arial" pitchFamily="34" charset="-122"/>
                <a:cs typeface="Arial" pitchFamily="34" charset="-120"/>
              </a:rPr>
              <a:t>Bank Account Fraud Detection | Technical Presentation</a:t>
            </a:r>
            <a:endParaRPr lang="en-US" sz="1400" dirty="0">
              <a:solidFill>
                <a:schemeClr val="tx1">
                  <a:lumMod val="85000"/>
                </a:schemeClr>
              </a:solidFill>
              <a:latin typeface="Aptos" panose="020B0004020202020204" pitchFamily="34" charset="0"/>
            </a:endParaRPr>
          </a:p>
        </p:txBody>
      </p:sp>
      <p:sp>
        <p:nvSpPr>
          <p:cNvPr id="7" name="Text 0">
            <a:extLst>
              <a:ext uri="{FF2B5EF4-FFF2-40B4-BE49-F238E27FC236}">
                <a16:creationId xmlns:a16="http://schemas.microsoft.com/office/drawing/2014/main" id="{138744CF-F71E-ABE9-8A3E-EA8879901202}"/>
              </a:ext>
            </a:extLst>
          </p:cNvPr>
          <p:cNvSpPr/>
          <p:nvPr/>
        </p:nvSpPr>
        <p:spPr>
          <a:xfrm>
            <a:off x="566928" y="411480"/>
            <a:ext cx="10515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tx1">
                    <a:lumMod val="95000"/>
                  </a:schemeClr>
                </a:solidFill>
                <a:latin typeface="Aptos" panose="020B0004020202020204" pitchFamily="34" charset="0"/>
                <a:ea typeface="Arial" pitchFamily="34" charset="-122"/>
                <a:cs typeface="Arial" pitchFamily="34" charset="-120"/>
              </a:rPr>
              <a:t>04  ·  EXPLAINABILITY</a:t>
            </a:r>
            <a:endParaRPr lang="en-US" sz="2000" dirty="0">
              <a:solidFill>
                <a:schemeClr val="tx1">
                  <a:lumMod val="95000"/>
                </a:schemeClr>
              </a:solidFill>
              <a:latin typeface="Aptos" panose="020B0004020202020204" pitchFamily="34" charset="0"/>
            </a:endParaRPr>
          </a:p>
        </p:txBody>
      </p:sp>
      <p:sp>
        <p:nvSpPr>
          <p:cNvPr id="11" name="Text 1">
            <a:extLst>
              <a:ext uri="{FF2B5EF4-FFF2-40B4-BE49-F238E27FC236}">
                <a16:creationId xmlns:a16="http://schemas.microsoft.com/office/drawing/2014/main" id="{E8669F7D-1BC7-01E5-3D8E-793B5B89A69E}"/>
              </a:ext>
            </a:extLst>
          </p:cNvPr>
          <p:cNvSpPr/>
          <p:nvPr/>
        </p:nvSpPr>
        <p:spPr>
          <a:xfrm>
            <a:off x="566928" y="786384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chemeClr val="accent6">
                    <a:lumMod val="60000"/>
                    <a:lumOff val="40000"/>
                  </a:schemeClr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Explaining the Champion: Coefficients, SHAP, PDP &amp; ICE</a:t>
            </a:r>
            <a:endParaRPr lang="en-US" sz="28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15" name="Shape 4">
            <a:extLst>
              <a:ext uri="{FF2B5EF4-FFF2-40B4-BE49-F238E27FC236}">
                <a16:creationId xmlns:a16="http://schemas.microsoft.com/office/drawing/2014/main" id="{C4AC69C5-0DE3-9248-271C-13D2571AC122}"/>
              </a:ext>
            </a:extLst>
          </p:cNvPr>
          <p:cNvSpPr/>
          <p:nvPr/>
        </p:nvSpPr>
        <p:spPr>
          <a:xfrm>
            <a:off x="685800" y="1762760"/>
            <a:ext cx="3289300" cy="187452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12700">
            <a:solidFill>
              <a:srgbClr val="D8E2EF">
                <a:alpha val="75000"/>
              </a:srgbClr>
            </a:solidFill>
            <a:prstDash val="solid"/>
          </a:ln>
          <a:effectLst>
            <a:outerShdw blurRad="25400" dist="50800" dir="2700000" algn="bl" rotWithShape="0">
              <a:srgbClr val="C7D6E7">
                <a:alpha val="22000"/>
              </a:srgbClr>
            </a:outerShdw>
          </a:effectLst>
        </p:spPr>
        <p:txBody>
          <a:bodyPr/>
          <a:lstStyle/>
          <a:p>
            <a:endParaRPr lang="en-PH">
              <a:solidFill>
                <a:srgbClr val="FFFF00"/>
              </a:solidFill>
            </a:endParaRPr>
          </a:p>
        </p:txBody>
      </p:sp>
      <p:sp>
        <p:nvSpPr>
          <p:cNvPr id="19" name="Text 5">
            <a:extLst>
              <a:ext uri="{FF2B5EF4-FFF2-40B4-BE49-F238E27FC236}">
                <a16:creationId xmlns:a16="http://schemas.microsoft.com/office/drawing/2014/main" id="{BF9ED9A1-8803-5D5D-E388-545E35BB4B66}"/>
              </a:ext>
            </a:extLst>
          </p:cNvPr>
          <p:cNvSpPr/>
          <p:nvPr/>
        </p:nvSpPr>
        <p:spPr>
          <a:xfrm>
            <a:off x="978408" y="1972564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FF3300"/>
                </a:solidFill>
                <a:latin typeface="Aptos" panose="020B0004020202020204" pitchFamily="34" charset="0"/>
                <a:ea typeface="Arial" pitchFamily="34" charset="-122"/>
                <a:cs typeface="Arial" pitchFamily="34" charset="-120"/>
              </a:rPr>
              <a:t>Global coefficients</a:t>
            </a:r>
            <a:endParaRPr lang="en-US" sz="2000" dirty="0">
              <a:solidFill>
                <a:srgbClr val="FF3300"/>
              </a:solidFill>
              <a:latin typeface="Aptos" panose="020B0004020202020204" pitchFamily="34" charset="0"/>
            </a:endParaRPr>
          </a:p>
        </p:txBody>
      </p:sp>
      <p:sp>
        <p:nvSpPr>
          <p:cNvPr id="23" name="Text 6">
            <a:extLst>
              <a:ext uri="{FF2B5EF4-FFF2-40B4-BE49-F238E27FC236}">
                <a16:creationId xmlns:a16="http://schemas.microsoft.com/office/drawing/2014/main" id="{6A6AB9F6-D39F-5E73-EA68-105733B7B928}"/>
              </a:ext>
            </a:extLst>
          </p:cNvPr>
          <p:cNvSpPr/>
          <p:nvPr/>
        </p:nvSpPr>
        <p:spPr>
          <a:xfrm>
            <a:off x="953008" y="2384552"/>
            <a:ext cx="2834640" cy="8686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just">
              <a:buNone/>
            </a:pPr>
            <a:r>
              <a:rPr lang="en-US" sz="1400" dirty="0">
                <a:solidFill>
                  <a:schemeClr val="bg1"/>
                </a:solidFill>
                <a:latin typeface="Aptos" panose="020B0004020202020204" pitchFamily="34" charset="0"/>
                <a:ea typeface="Arial" pitchFamily="34" charset="-122"/>
                <a:cs typeface="Arial" pitchFamily="34" charset="-120"/>
              </a:rPr>
              <a:t>Logistic Regression coefficients identify transformed features that increase or decrease predicted fraud log-odds.</a:t>
            </a:r>
            <a:endParaRPr lang="en-US" sz="1400" dirty="0">
              <a:solidFill>
                <a:schemeClr val="bg1"/>
              </a:solidFill>
              <a:latin typeface="Aptos" panose="020B0004020202020204" pitchFamily="34" charset="0"/>
            </a:endParaRPr>
          </a:p>
        </p:txBody>
      </p:sp>
      <p:sp>
        <p:nvSpPr>
          <p:cNvPr id="27" name="Shape 7">
            <a:extLst>
              <a:ext uri="{FF2B5EF4-FFF2-40B4-BE49-F238E27FC236}">
                <a16:creationId xmlns:a16="http://schemas.microsoft.com/office/drawing/2014/main" id="{68B04062-97E3-8153-1E94-31736C131441}"/>
              </a:ext>
            </a:extLst>
          </p:cNvPr>
          <p:cNvSpPr/>
          <p:nvPr/>
        </p:nvSpPr>
        <p:spPr>
          <a:xfrm>
            <a:off x="4370832" y="1762760"/>
            <a:ext cx="3383280" cy="187452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12700">
            <a:solidFill>
              <a:srgbClr val="D8E2EF">
                <a:alpha val="75000"/>
              </a:srgbClr>
            </a:solidFill>
            <a:prstDash val="solid"/>
          </a:ln>
          <a:effectLst>
            <a:outerShdw blurRad="25400" dist="50800" dir="2700000" algn="bl" rotWithShape="0">
              <a:srgbClr val="C7D6E7">
                <a:alpha val="22000"/>
              </a:srgbClr>
            </a:outerShdw>
          </a:effectLst>
        </p:spPr>
        <p:txBody>
          <a:bodyPr/>
          <a:lstStyle/>
          <a:p>
            <a:endParaRPr lang="en-PH">
              <a:solidFill>
                <a:srgbClr val="FFFF00"/>
              </a:solidFill>
            </a:endParaRPr>
          </a:p>
        </p:txBody>
      </p:sp>
      <p:sp>
        <p:nvSpPr>
          <p:cNvPr id="31" name="Text 8">
            <a:extLst>
              <a:ext uri="{FF2B5EF4-FFF2-40B4-BE49-F238E27FC236}">
                <a16:creationId xmlns:a16="http://schemas.microsoft.com/office/drawing/2014/main" id="{ADC81686-7E65-BAF3-4CFA-01C17D29BDB4}"/>
              </a:ext>
            </a:extLst>
          </p:cNvPr>
          <p:cNvSpPr/>
          <p:nvPr/>
        </p:nvSpPr>
        <p:spPr>
          <a:xfrm>
            <a:off x="4663440" y="1972564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FF3300"/>
                </a:solidFill>
                <a:latin typeface="Aptos" panose="020B0004020202020204" pitchFamily="34" charset="0"/>
                <a:ea typeface="Arial" pitchFamily="34" charset="-122"/>
                <a:cs typeface="Arial" pitchFamily="34" charset="-120"/>
              </a:rPr>
              <a:t>SHAP</a:t>
            </a:r>
            <a:endParaRPr lang="en-US" sz="2000" dirty="0">
              <a:solidFill>
                <a:srgbClr val="FF3300"/>
              </a:solidFill>
              <a:latin typeface="Aptos" panose="020B0004020202020204" pitchFamily="34" charset="0"/>
            </a:endParaRPr>
          </a:p>
        </p:txBody>
      </p:sp>
      <p:sp>
        <p:nvSpPr>
          <p:cNvPr id="35" name="Text 9">
            <a:extLst>
              <a:ext uri="{FF2B5EF4-FFF2-40B4-BE49-F238E27FC236}">
                <a16:creationId xmlns:a16="http://schemas.microsoft.com/office/drawing/2014/main" id="{F27291D4-48C4-FF00-E8BD-7408A23C6E8C}"/>
              </a:ext>
            </a:extLst>
          </p:cNvPr>
          <p:cNvSpPr/>
          <p:nvPr/>
        </p:nvSpPr>
        <p:spPr>
          <a:xfrm>
            <a:off x="4663440" y="2384552"/>
            <a:ext cx="2834640" cy="8686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just">
              <a:buNone/>
            </a:pPr>
            <a:r>
              <a:rPr lang="en-US" sz="1400" dirty="0">
                <a:solidFill>
                  <a:schemeClr val="bg1"/>
                </a:solidFill>
                <a:latin typeface="Aptos" panose="020B0004020202020204" pitchFamily="34" charset="0"/>
                <a:ea typeface="Arial" pitchFamily="34" charset="-122"/>
                <a:cs typeface="Arial" pitchFamily="34" charset="-120"/>
              </a:rPr>
              <a:t>SHAP confirms feature contributions globally and locally, including true positives, false positives, false negatives and true negatives.</a:t>
            </a:r>
            <a:endParaRPr lang="en-US" sz="1400" dirty="0">
              <a:solidFill>
                <a:schemeClr val="bg1"/>
              </a:solidFill>
              <a:latin typeface="Aptos" panose="020B0004020202020204" pitchFamily="34" charset="0"/>
            </a:endParaRPr>
          </a:p>
        </p:txBody>
      </p:sp>
      <p:sp>
        <p:nvSpPr>
          <p:cNvPr id="39" name="Shape 10">
            <a:extLst>
              <a:ext uri="{FF2B5EF4-FFF2-40B4-BE49-F238E27FC236}">
                <a16:creationId xmlns:a16="http://schemas.microsoft.com/office/drawing/2014/main" id="{AB6B76F7-E135-021B-B7BD-D8DABAC06AEC}"/>
              </a:ext>
            </a:extLst>
          </p:cNvPr>
          <p:cNvSpPr/>
          <p:nvPr/>
        </p:nvSpPr>
        <p:spPr>
          <a:xfrm>
            <a:off x="8055864" y="1762760"/>
            <a:ext cx="3203956" cy="187452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12700">
            <a:solidFill>
              <a:srgbClr val="D8E2EF">
                <a:alpha val="75000"/>
              </a:srgbClr>
            </a:solidFill>
            <a:prstDash val="solid"/>
          </a:ln>
          <a:effectLst>
            <a:outerShdw blurRad="25400" dist="50800" dir="2700000" algn="bl" rotWithShape="0">
              <a:srgbClr val="C7D6E7">
                <a:alpha val="22000"/>
              </a:srgbClr>
            </a:outerShdw>
          </a:effectLst>
        </p:spPr>
        <p:txBody>
          <a:bodyPr/>
          <a:lstStyle/>
          <a:p>
            <a:endParaRPr lang="en-PH">
              <a:solidFill>
                <a:srgbClr val="FFFF00"/>
              </a:solidFill>
            </a:endParaRPr>
          </a:p>
        </p:txBody>
      </p:sp>
      <p:sp>
        <p:nvSpPr>
          <p:cNvPr id="43" name="Text 11">
            <a:extLst>
              <a:ext uri="{FF2B5EF4-FFF2-40B4-BE49-F238E27FC236}">
                <a16:creationId xmlns:a16="http://schemas.microsoft.com/office/drawing/2014/main" id="{6EA2CD1D-C910-D94F-044F-00395C14D63A}"/>
              </a:ext>
            </a:extLst>
          </p:cNvPr>
          <p:cNvSpPr/>
          <p:nvPr/>
        </p:nvSpPr>
        <p:spPr>
          <a:xfrm>
            <a:off x="8348472" y="1997964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FF3300"/>
                </a:solidFill>
                <a:latin typeface="Aptos" panose="020B0004020202020204" pitchFamily="34" charset="0"/>
                <a:ea typeface="Arial" pitchFamily="34" charset="-122"/>
                <a:cs typeface="Arial" pitchFamily="34" charset="-120"/>
              </a:rPr>
              <a:t>PDP / ICE</a:t>
            </a:r>
            <a:endParaRPr lang="en-US" sz="2000" dirty="0">
              <a:solidFill>
                <a:srgbClr val="FF3300"/>
              </a:solidFill>
              <a:latin typeface="Aptos" panose="020B0004020202020204" pitchFamily="34" charset="0"/>
            </a:endParaRPr>
          </a:p>
        </p:txBody>
      </p:sp>
      <p:sp>
        <p:nvSpPr>
          <p:cNvPr id="47" name="Text 12">
            <a:extLst>
              <a:ext uri="{FF2B5EF4-FFF2-40B4-BE49-F238E27FC236}">
                <a16:creationId xmlns:a16="http://schemas.microsoft.com/office/drawing/2014/main" id="{BDE68917-3278-3CEB-4967-6EC5A4225DE7}"/>
              </a:ext>
            </a:extLst>
          </p:cNvPr>
          <p:cNvSpPr/>
          <p:nvPr/>
        </p:nvSpPr>
        <p:spPr>
          <a:xfrm>
            <a:off x="8297672" y="2384552"/>
            <a:ext cx="2834640" cy="8686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just">
              <a:buNone/>
            </a:pPr>
            <a:r>
              <a:rPr lang="en-US" sz="1400" dirty="0">
                <a:solidFill>
                  <a:schemeClr val="bg1"/>
                </a:solidFill>
                <a:latin typeface="Aptos" panose="020B0004020202020204" pitchFamily="34" charset="0"/>
                <a:ea typeface="Arial" pitchFamily="34" charset="-122"/>
                <a:cs typeface="Arial" pitchFamily="34" charset="-120"/>
              </a:rPr>
              <a:t>PDP and ICE inspect feature response patterns for key variables such as name-email similarity, income, age and credit score.</a:t>
            </a:r>
            <a:endParaRPr lang="en-US" sz="1400" dirty="0">
              <a:solidFill>
                <a:schemeClr val="bg1"/>
              </a:solidFill>
              <a:latin typeface="Aptos" panose="020B0004020202020204" pitchFamily="34" charset="0"/>
            </a:endParaRPr>
          </a:p>
        </p:txBody>
      </p:sp>
      <p:sp>
        <p:nvSpPr>
          <p:cNvPr id="51" name="Shape 13">
            <a:extLst>
              <a:ext uri="{FF2B5EF4-FFF2-40B4-BE49-F238E27FC236}">
                <a16:creationId xmlns:a16="http://schemas.microsoft.com/office/drawing/2014/main" id="{12BC5655-2DF1-DBBC-1F7F-17BF61402BC5}"/>
              </a:ext>
            </a:extLst>
          </p:cNvPr>
          <p:cNvSpPr/>
          <p:nvPr/>
        </p:nvSpPr>
        <p:spPr>
          <a:xfrm>
            <a:off x="698500" y="4167632"/>
            <a:ext cx="4023360" cy="265176"/>
          </a:xfrm>
          <a:prstGeom prst="rect">
            <a:avLst/>
          </a:prstGeom>
          <a:solidFill>
            <a:srgbClr val="0E55A7"/>
          </a:solidFill>
          <a:ln w="12700">
            <a:solidFill>
              <a:srgbClr val="D8E2EF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n-PH" sz="3600">
              <a:solidFill>
                <a:schemeClr val="bg1"/>
              </a:solidFill>
              <a:latin typeface="Aptos" panose="020B0004020202020204" pitchFamily="34" charset="0"/>
            </a:endParaRPr>
          </a:p>
        </p:txBody>
      </p:sp>
      <p:sp>
        <p:nvSpPr>
          <p:cNvPr id="55" name="Text 14">
            <a:extLst>
              <a:ext uri="{FF2B5EF4-FFF2-40B4-BE49-F238E27FC236}">
                <a16:creationId xmlns:a16="http://schemas.microsoft.com/office/drawing/2014/main" id="{92906FCE-99E9-DB22-66C3-2441ACF4ED65}"/>
              </a:ext>
            </a:extLst>
          </p:cNvPr>
          <p:cNvSpPr/>
          <p:nvPr/>
        </p:nvSpPr>
        <p:spPr>
          <a:xfrm>
            <a:off x="744220" y="4251960"/>
            <a:ext cx="39319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C000"/>
                </a:solidFill>
                <a:latin typeface="Aptos" panose="020B0004020202020204" pitchFamily="34" charset="0"/>
                <a:ea typeface="Arial" pitchFamily="34" charset="-122"/>
                <a:cs typeface="Arial" pitchFamily="34" charset="-120"/>
              </a:rPr>
              <a:t>Most relevant driver groups</a:t>
            </a:r>
            <a:endParaRPr lang="en-US" sz="1400" dirty="0">
              <a:solidFill>
                <a:srgbClr val="FFC000"/>
              </a:solidFill>
              <a:latin typeface="Aptos" panose="020B0004020202020204" pitchFamily="34" charset="0"/>
            </a:endParaRPr>
          </a:p>
        </p:txBody>
      </p:sp>
      <p:sp>
        <p:nvSpPr>
          <p:cNvPr id="59" name="Shape 15">
            <a:extLst>
              <a:ext uri="{FF2B5EF4-FFF2-40B4-BE49-F238E27FC236}">
                <a16:creationId xmlns:a16="http://schemas.microsoft.com/office/drawing/2014/main" id="{2F95DF89-E3D2-A80D-54A9-3AD50B941FD9}"/>
              </a:ext>
            </a:extLst>
          </p:cNvPr>
          <p:cNvSpPr/>
          <p:nvPr/>
        </p:nvSpPr>
        <p:spPr>
          <a:xfrm>
            <a:off x="4721860" y="4167632"/>
            <a:ext cx="6537960" cy="265176"/>
          </a:xfrm>
          <a:prstGeom prst="rect">
            <a:avLst/>
          </a:prstGeom>
          <a:solidFill>
            <a:srgbClr val="0E55A7"/>
          </a:solidFill>
          <a:ln w="12700">
            <a:solidFill>
              <a:srgbClr val="D8E2EF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n-PH" sz="3600">
              <a:solidFill>
                <a:schemeClr val="bg1"/>
              </a:solidFill>
              <a:latin typeface="Aptos" panose="020B0004020202020204" pitchFamily="34" charset="0"/>
            </a:endParaRPr>
          </a:p>
        </p:txBody>
      </p:sp>
      <p:sp>
        <p:nvSpPr>
          <p:cNvPr id="63" name="Text 16">
            <a:extLst>
              <a:ext uri="{FF2B5EF4-FFF2-40B4-BE49-F238E27FC236}">
                <a16:creationId xmlns:a16="http://schemas.microsoft.com/office/drawing/2014/main" id="{D0769356-5CA3-305F-3C72-F5D30DD50ED4}"/>
              </a:ext>
            </a:extLst>
          </p:cNvPr>
          <p:cNvSpPr/>
          <p:nvPr/>
        </p:nvSpPr>
        <p:spPr>
          <a:xfrm>
            <a:off x="4767580" y="4251960"/>
            <a:ext cx="64465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C000"/>
                </a:solidFill>
                <a:latin typeface="Aptos" panose="020B0004020202020204" pitchFamily="34" charset="0"/>
                <a:ea typeface="Arial" pitchFamily="34" charset="-122"/>
                <a:cs typeface="Arial" pitchFamily="34" charset="-120"/>
              </a:rPr>
              <a:t>Interpretation</a:t>
            </a:r>
            <a:endParaRPr lang="en-US" sz="1400" dirty="0">
              <a:solidFill>
                <a:srgbClr val="FFC000"/>
              </a:solidFill>
              <a:latin typeface="Aptos" panose="020B0004020202020204" pitchFamily="34" charset="0"/>
            </a:endParaRPr>
          </a:p>
        </p:txBody>
      </p:sp>
      <p:sp>
        <p:nvSpPr>
          <p:cNvPr id="67" name="Shape 17">
            <a:extLst>
              <a:ext uri="{FF2B5EF4-FFF2-40B4-BE49-F238E27FC236}">
                <a16:creationId xmlns:a16="http://schemas.microsoft.com/office/drawing/2014/main" id="{E41AB1F9-715D-97EC-B11A-E7A970FD022A}"/>
              </a:ext>
            </a:extLst>
          </p:cNvPr>
          <p:cNvSpPr/>
          <p:nvPr/>
        </p:nvSpPr>
        <p:spPr>
          <a:xfrm>
            <a:off x="698500" y="4432808"/>
            <a:ext cx="4023360" cy="265176"/>
          </a:xfrm>
          <a:prstGeom prst="rect">
            <a:avLst/>
          </a:prstGeom>
          <a:solidFill>
            <a:srgbClr val="FFFFFF"/>
          </a:solidFill>
          <a:ln w="12700">
            <a:solidFill>
              <a:srgbClr val="D8E2EF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en-PH" sz="3600">
              <a:solidFill>
                <a:schemeClr val="bg1"/>
              </a:solidFill>
              <a:latin typeface="Aptos" panose="020B0004020202020204" pitchFamily="34" charset="0"/>
            </a:endParaRPr>
          </a:p>
        </p:txBody>
      </p:sp>
      <p:sp>
        <p:nvSpPr>
          <p:cNvPr id="71" name="Text 18">
            <a:extLst>
              <a:ext uri="{FF2B5EF4-FFF2-40B4-BE49-F238E27FC236}">
                <a16:creationId xmlns:a16="http://schemas.microsoft.com/office/drawing/2014/main" id="{8C8CC23D-7D74-F6C3-403B-CA64120BA340}"/>
              </a:ext>
            </a:extLst>
          </p:cNvPr>
          <p:cNvSpPr/>
          <p:nvPr/>
        </p:nvSpPr>
        <p:spPr>
          <a:xfrm>
            <a:off x="744220" y="4524248"/>
            <a:ext cx="39319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chemeClr val="bg1"/>
                </a:solidFill>
                <a:latin typeface="Aptos" panose="020B0004020202020204" pitchFamily="34" charset="0"/>
                <a:ea typeface="Arial" pitchFamily="34" charset="-122"/>
                <a:cs typeface="Arial" pitchFamily="34" charset="-120"/>
              </a:rPr>
              <a:t>Device reuse &amp; email patterns</a:t>
            </a:r>
            <a:endParaRPr lang="en-US" sz="1200" dirty="0">
              <a:solidFill>
                <a:schemeClr val="bg1"/>
              </a:solidFill>
              <a:latin typeface="Aptos" panose="020B0004020202020204" pitchFamily="34" charset="0"/>
            </a:endParaRPr>
          </a:p>
        </p:txBody>
      </p:sp>
      <p:sp>
        <p:nvSpPr>
          <p:cNvPr id="75" name="Shape 19">
            <a:extLst>
              <a:ext uri="{FF2B5EF4-FFF2-40B4-BE49-F238E27FC236}">
                <a16:creationId xmlns:a16="http://schemas.microsoft.com/office/drawing/2014/main" id="{51C5FB38-9CD5-6818-39B1-9C15D13E38D1}"/>
              </a:ext>
            </a:extLst>
          </p:cNvPr>
          <p:cNvSpPr/>
          <p:nvPr/>
        </p:nvSpPr>
        <p:spPr>
          <a:xfrm>
            <a:off x="4721860" y="4432808"/>
            <a:ext cx="6537960" cy="265176"/>
          </a:xfrm>
          <a:prstGeom prst="rect">
            <a:avLst/>
          </a:prstGeom>
          <a:solidFill>
            <a:srgbClr val="FFFFFF"/>
          </a:solidFill>
          <a:ln w="12700">
            <a:solidFill>
              <a:srgbClr val="D8E2EF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en-PH" sz="3600">
              <a:solidFill>
                <a:schemeClr val="bg1"/>
              </a:solidFill>
              <a:latin typeface="Aptos" panose="020B0004020202020204" pitchFamily="34" charset="0"/>
            </a:endParaRPr>
          </a:p>
        </p:txBody>
      </p:sp>
      <p:sp>
        <p:nvSpPr>
          <p:cNvPr id="79" name="Text 20">
            <a:extLst>
              <a:ext uri="{FF2B5EF4-FFF2-40B4-BE49-F238E27FC236}">
                <a16:creationId xmlns:a16="http://schemas.microsoft.com/office/drawing/2014/main" id="{B890A9A2-2AB5-7D1B-9C1C-10A62460FEF7}"/>
              </a:ext>
            </a:extLst>
          </p:cNvPr>
          <p:cNvSpPr/>
          <p:nvPr/>
        </p:nvSpPr>
        <p:spPr>
          <a:xfrm>
            <a:off x="4767580" y="4524248"/>
            <a:ext cx="64465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chemeClr val="bg1"/>
                </a:solidFill>
                <a:latin typeface="Aptos" panose="020B0004020202020204" pitchFamily="34" charset="0"/>
                <a:ea typeface="Arial" pitchFamily="34" charset="-122"/>
                <a:cs typeface="Arial" pitchFamily="34" charset="-120"/>
              </a:rPr>
              <a:t>Potential identity and application-behavior risk</a:t>
            </a:r>
            <a:endParaRPr lang="en-US" sz="1200" dirty="0">
              <a:solidFill>
                <a:schemeClr val="bg1"/>
              </a:solidFill>
              <a:latin typeface="Aptos" panose="020B0004020202020204" pitchFamily="34" charset="0"/>
            </a:endParaRPr>
          </a:p>
        </p:txBody>
      </p:sp>
      <p:sp>
        <p:nvSpPr>
          <p:cNvPr id="83" name="Shape 21">
            <a:extLst>
              <a:ext uri="{FF2B5EF4-FFF2-40B4-BE49-F238E27FC236}">
                <a16:creationId xmlns:a16="http://schemas.microsoft.com/office/drawing/2014/main" id="{9EA4F9EF-8F8D-8FF5-F6F6-B9AA5C9631B6}"/>
              </a:ext>
            </a:extLst>
          </p:cNvPr>
          <p:cNvSpPr/>
          <p:nvPr/>
        </p:nvSpPr>
        <p:spPr>
          <a:xfrm>
            <a:off x="698500" y="4697984"/>
            <a:ext cx="4023360" cy="265176"/>
          </a:xfrm>
          <a:prstGeom prst="rect">
            <a:avLst/>
          </a:prstGeom>
          <a:solidFill>
            <a:srgbClr val="FFFFFF"/>
          </a:solidFill>
          <a:ln w="12700">
            <a:solidFill>
              <a:srgbClr val="D8E2EF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en-PH" sz="3600">
              <a:solidFill>
                <a:schemeClr val="bg1"/>
              </a:solidFill>
              <a:latin typeface="Aptos" panose="020B0004020202020204" pitchFamily="34" charset="0"/>
            </a:endParaRPr>
          </a:p>
        </p:txBody>
      </p:sp>
      <p:sp>
        <p:nvSpPr>
          <p:cNvPr id="87" name="Text 22">
            <a:extLst>
              <a:ext uri="{FF2B5EF4-FFF2-40B4-BE49-F238E27FC236}">
                <a16:creationId xmlns:a16="http://schemas.microsoft.com/office/drawing/2014/main" id="{FBA48CDA-F214-C2C0-1CB1-8F190FF14290}"/>
              </a:ext>
            </a:extLst>
          </p:cNvPr>
          <p:cNvSpPr/>
          <p:nvPr/>
        </p:nvSpPr>
        <p:spPr>
          <a:xfrm>
            <a:off x="744220" y="4789424"/>
            <a:ext cx="39319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chemeClr val="bg1"/>
                </a:solidFill>
                <a:latin typeface="Aptos" panose="020B0004020202020204" pitchFamily="34" charset="0"/>
                <a:ea typeface="Arial" pitchFamily="34" charset="-122"/>
                <a:cs typeface="Arial" pitchFamily="34" charset="-120"/>
              </a:rPr>
              <a:t>Address history &amp; missingness</a:t>
            </a:r>
            <a:endParaRPr lang="en-US" sz="1200" dirty="0">
              <a:solidFill>
                <a:schemeClr val="bg1"/>
              </a:solidFill>
              <a:latin typeface="Aptos" panose="020B0004020202020204" pitchFamily="34" charset="0"/>
            </a:endParaRPr>
          </a:p>
        </p:txBody>
      </p:sp>
      <p:sp>
        <p:nvSpPr>
          <p:cNvPr id="91" name="Shape 23">
            <a:extLst>
              <a:ext uri="{FF2B5EF4-FFF2-40B4-BE49-F238E27FC236}">
                <a16:creationId xmlns:a16="http://schemas.microsoft.com/office/drawing/2014/main" id="{72EFE919-BC9D-1A35-915D-439DF5A200C4}"/>
              </a:ext>
            </a:extLst>
          </p:cNvPr>
          <p:cNvSpPr/>
          <p:nvPr/>
        </p:nvSpPr>
        <p:spPr>
          <a:xfrm>
            <a:off x="4721860" y="4697984"/>
            <a:ext cx="6537960" cy="265176"/>
          </a:xfrm>
          <a:prstGeom prst="rect">
            <a:avLst/>
          </a:prstGeom>
          <a:solidFill>
            <a:srgbClr val="FFFFFF"/>
          </a:solidFill>
          <a:ln w="12700">
            <a:solidFill>
              <a:srgbClr val="D8E2EF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en-PH" sz="3600">
              <a:solidFill>
                <a:schemeClr val="bg1"/>
              </a:solidFill>
              <a:latin typeface="Aptos" panose="020B0004020202020204" pitchFamily="34" charset="0"/>
            </a:endParaRPr>
          </a:p>
        </p:txBody>
      </p:sp>
      <p:sp>
        <p:nvSpPr>
          <p:cNvPr id="95" name="Text 24">
            <a:extLst>
              <a:ext uri="{FF2B5EF4-FFF2-40B4-BE49-F238E27FC236}">
                <a16:creationId xmlns:a16="http://schemas.microsoft.com/office/drawing/2014/main" id="{59309B53-A928-96AA-D20F-D3D0CD9AEE06}"/>
              </a:ext>
            </a:extLst>
          </p:cNvPr>
          <p:cNvSpPr/>
          <p:nvPr/>
        </p:nvSpPr>
        <p:spPr>
          <a:xfrm>
            <a:off x="4767580" y="4789424"/>
            <a:ext cx="64465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chemeClr val="bg1"/>
                </a:solidFill>
                <a:latin typeface="Aptos" panose="020B0004020202020204" pitchFamily="34" charset="0"/>
                <a:ea typeface="Arial" pitchFamily="34" charset="-122"/>
                <a:cs typeface="Arial" pitchFamily="34" charset="-120"/>
              </a:rPr>
              <a:t>Stability and data-availability risk signals</a:t>
            </a:r>
            <a:endParaRPr lang="en-US" sz="1200" dirty="0">
              <a:solidFill>
                <a:schemeClr val="bg1"/>
              </a:solidFill>
              <a:latin typeface="Aptos" panose="020B0004020202020204" pitchFamily="34" charset="0"/>
            </a:endParaRPr>
          </a:p>
        </p:txBody>
      </p:sp>
      <p:sp>
        <p:nvSpPr>
          <p:cNvPr id="99" name="Shape 25">
            <a:extLst>
              <a:ext uri="{FF2B5EF4-FFF2-40B4-BE49-F238E27FC236}">
                <a16:creationId xmlns:a16="http://schemas.microsoft.com/office/drawing/2014/main" id="{A3241CD1-C6C9-3D59-AD03-60C9184C36A6}"/>
              </a:ext>
            </a:extLst>
          </p:cNvPr>
          <p:cNvSpPr/>
          <p:nvPr/>
        </p:nvSpPr>
        <p:spPr>
          <a:xfrm>
            <a:off x="698500" y="4963160"/>
            <a:ext cx="4023360" cy="265176"/>
          </a:xfrm>
          <a:prstGeom prst="rect">
            <a:avLst/>
          </a:prstGeom>
          <a:solidFill>
            <a:srgbClr val="FFFFFF"/>
          </a:solidFill>
          <a:ln w="12700">
            <a:solidFill>
              <a:srgbClr val="D8E2EF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en-PH" sz="3600">
              <a:solidFill>
                <a:schemeClr val="bg1"/>
              </a:solidFill>
              <a:latin typeface="Aptos" panose="020B0004020202020204" pitchFamily="34" charset="0"/>
            </a:endParaRPr>
          </a:p>
        </p:txBody>
      </p:sp>
      <p:sp>
        <p:nvSpPr>
          <p:cNvPr id="101" name="Text 26">
            <a:extLst>
              <a:ext uri="{FF2B5EF4-FFF2-40B4-BE49-F238E27FC236}">
                <a16:creationId xmlns:a16="http://schemas.microsoft.com/office/drawing/2014/main" id="{257E2E9D-BEE8-4955-C361-B3AEC5F83757}"/>
              </a:ext>
            </a:extLst>
          </p:cNvPr>
          <p:cNvSpPr/>
          <p:nvPr/>
        </p:nvSpPr>
        <p:spPr>
          <a:xfrm>
            <a:off x="744220" y="5054600"/>
            <a:ext cx="39319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chemeClr val="bg1"/>
                </a:solidFill>
                <a:latin typeface="Aptos" panose="020B0004020202020204" pitchFamily="34" charset="0"/>
                <a:ea typeface="Arial" pitchFamily="34" charset="-122"/>
                <a:cs typeface="Arial" pitchFamily="34" charset="-120"/>
              </a:rPr>
              <a:t>Velocity and request behavior</a:t>
            </a:r>
            <a:endParaRPr lang="en-US" sz="1200" dirty="0">
              <a:solidFill>
                <a:schemeClr val="bg1"/>
              </a:solidFill>
              <a:latin typeface="Aptos" panose="020B0004020202020204" pitchFamily="34" charset="0"/>
            </a:endParaRPr>
          </a:p>
        </p:txBody>
      </p:sp>
      <p:sp>
        <p:nvSpPr>
          <p:cNvPr id="103" name="Shape 27">
            <a:extLst>
              <a:ext uri="{FF2B5EF4-FFF2-40B4-BE49-F238E27FC236}">
                <a16:creationId xmlns:a16="http://schemas.microsoft.com/office/drawing/2014/main" id="{1B220F93-EEA9-E642-900F-9126B8F60D46}"/>
              </a:ext>
            </a:extLst>
          </p:cNvPr>
          <p:cNvSpPr/>
          <p:nvPr/>
        </p:nvSpPr>
        <p:spPr>
          <a:xfrm>
            <a:off x="4721860" y="4963160"/>
            <a:ext cx="6537960" cy="265176"/>
          </a:xfrm>
          <a:prstGeom prst="rect">
            <a:avLst/>
          </a:prstGeom>
          <a:solidFill>
            <a:srgbClr val="FFFFFF"/>
          </a:solidFill>
          <a:ln w="12700">
            <a:solidFill>
              <a:srgbClr val="D8E2EF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en-PH" sz="3600">
              <a:solidFill>
                <a:schemeClr val="bg1"/>
              </a:solidFill>
              <a:latin typeface="Aptos" panose="020B0004020202020204" pitchFamily="34" charset="0"/>
            </a:endParaRPr>
          </a:p>
        </p:txBody>
      </p:sp>
      <p:sp>
        <p:nvSpPr>
          <p:cNvPr id="105" name="Text 28">
            <a:extLst>
              <a:ext uri="{FF2B5EF4-FFF2-40B4-BE49-F238E27FC236}">
                <a16:creationId xmlns:a16="http://schemas.microsoft.com/office/drawing/2014/main" id="{3CB2466B-E9BB-8733-643D-0BBF3EB9B429}"/>
              </a:ext>
            </a:extLst>
          </p:cNvPr>
          <p:cNvSpPr/>
          <p:nvPr/>
        </p:nvSpPr>
        <p:spPr>
          <a:xfrm>
            <a:off x="4767580" y="5054600"/>
            <a:ext cx="64465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chemeClr val="bg1"/>
                </a:solidFill>
                <a:latin typeface="Aptos" panose="020B0004020202020204" pitchFamily="34" charset="0"/>
                <a:ea typeface="Arial" pitchFamily="34" charset="-122"/>
                <a:cs typeface="Arial" pitchFamily="34" charset="-120"/>
              </a:rPr>
              <a:t>Potential burst or abnormal application activity</a:t>
            </a:r>
            <a:endParaRPr lang="en-US" sz="1200" dirty="0">
              <a:solidFill>
                <a:schemeClr val="bg1"/>
              </a:solidFill>
              <a:latin typeface="Aptos" panose="020B0004020202020204" pitchFamily="34" charset="0"/>
            </a:endParaRPr>
          </a:p>
        </p:txBody>
      </p:sp>
      <p:sp>
        <p:nvSpPr>
          <p:cNvPr id="107" name="Shape 29">
            <a:extLst>
              <a:ext uri="{FF2B5EF4-FFF2-40B4-BE49-F238E27FC236}">
                <a16:creationId xmlns:a16="http://schemas.microsoft.com/office/drawing/2014/main" id="{391B791B-2AB2-65EA-906D-70CEAF90188A}"/>
              </a:ext>
            </a:extLst>
          </p:cNvPr>
          <p:cNvSpPr/>
          <p:nvPr/>
        </p:nvSpPr>
        <p:spPr>
          <a:xfrm>
            <a:off x="698500" y="5228336"/>
            <a:ext cx="4023360" cy="265176"/>
          </a:xfrm>
          <a:prstGeom prst="rect">
            <a:avLst/>
          </a:prstGeom>
          <a:solidFill>
            <a:srgbClr val="FFFFFF"/>
          </a:solidFill>
          <a:ln w="12700">
            <a:solidFill>
              <a:srgbClr val="D8E2EF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en-PH" sz="3600">
              <a:solidFill>
                <a:schemeClr val="bg1"/>
              </a:solidFill>
              <a:latin typeface="Aptos" panose="020B0004020202020204" pitchFamily="34" charset="0"/>
            </a:endParaRPr>
          </a:p>
        </p:txBody>
      </p:sp>
      <p:sp>
        <p:nvSpPr>
          <p:cNvPr id="109" name="Text 30">
            <a:extLst>
              <a:ext uri="{FF2B5EF4-FFF2-40B4-BE49-F238E27FC236}">
                <a16:creationId xmlns:a16="http://schemas.microsoft.com/office/drawing/2014/main" id="{BD8DC78E-3B1E-9B15-18DA-AE5DBDB34849}"/>
              </a:ext>
            </a:extLst>
          </p:cNvPr>
          <p:cNvSpPr/>
          <p:nvPr/>
        </p:nvSpPr>
        <p:spPr>
          <a:xfrm>
            <a:off x="744220" y="5319776"/>
            <a:ext cx="39319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chemeClr val="bg1"/>
                </a:solidFill>
                <a:latin typeface="Aptos" panose="020B0004020202020204" pitchFamily="34" charset="0"/>
                <a:ea typeface="Arial" pitchFamily="34" charset="-122"/>
                <a:cs typeface="Arial" pitchFamily="34" charset="-120"/>
              </a:rPr>
              <a:t>Age, income, housing, credit indicators</a:t>
            </a:r>
            <a:endParaRPr lang="en-US" sz="1200" dirty="0">
              <a:solidFill>
                <a:schemeClr val="bg1"/>
              </a:solidFill>
              <a:latin typeface="Aptos" panose="020B0004020202020204" pitchFamily="34" charset="0"/>
            </a:endParaRPr>
          </a:p>
        </p:txBody>
      </p:sp>
      <p:sp>
        <p:nvSpPr>
          <p:cNvPr id="111" name="Shape 31">
            <a:extLst>
              <a:ext uri="{FF2B5EF4-FFF2-40B4-BE49-F238E27FC236}">
                <a16:creationId xmlns:a16="http://schemas.microsoft.com/office/drawing/2014/main" id="{BCE614D3-2745-BA6A-4C22-3D6633C4F6AD}"/>
              </a:ext>
            </a:extLst>
          </p:cNvPr>
          <p:cNvSpPr/>
          <p:nvPr/>
        </p:nvSpPr>
        <p:spPr>
          <a:xfrm>
            <a:off x="4721860" y="5228336"/>
            <a:ext cx="6537960" cy="265176"/>
          </a:xfrm>
          <a:prstGeom prst="rect">
            <a:avLst/>
          </a:prstGeom>
          <a:solidFill>
            <a:srgbClr val="FFFFFF"/>
          </a:solidFill>
          <a:ln w="12700">
            <a:solidFill>
              <a:srgbClr val="D8E2EF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en-PH" sz="3600">
              <a:solidFill>
                <a:schemeClr val="bg1"/>
              </a:solidFill>
              <a:latin typeface="Aptos" panose="020B0004020202020204" pitchFamily="34" charset="0"/>
            </a:endParaRPr>
          </a:p>
        </p:txBody>
      </p:sp>
      <p:sp>
        <p:nvSpPr>
          <p:cNvPr id="113" name="Text 32">
            <a:extLst>
              <a:ext uri="{FF2B5EF4-FFF2-40B4-BE49-F238E27FC236}">
                <a16:creationId xmlns:a16="http://schemas.microsoft.com/office/drawing/2014/main" id="{BCD1454B-91A4-2BFE-2FE5-CA3A0DAC12EE}"/>
              </a:ext>
            </a:extLst>
          </p:cNvPr>
          <p:cNvSpPr/>
          <p:nvPr/>
        </p:nvSpPr>
        <p:spPr>
          <a:xfrm>
            <a:off x="4767580" y="5319776"/>
            <a:ext cx="64465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chemeClr val="bg1"/>
                </a:solidFill>
                <a:latin typeface="Aptos" panose="020B0004020202020204" pitchFamily="34" charset="0"/>
                <a:ea typeface="Arial" pitchFamily="34" charset="-122"/>
                <a:cs typeface="Arial" pitchFamily="34" charset="-120"/>
              </a:rPr>
              <a:t>Useful predictors but require fairness/proxy review</a:t>
            </a:r>
            <a:endParaRPr lang="en-US" sz="1200" dirty="0">
              <a:solidFill>
                <a:schemeClr val="bg1"/>
              </a:solidFill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9711191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DD80C67-C73F-4F20-A31E-D0994FD662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56DE1B43-718C-4C40-37C1-4507B170F3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8C5DEF86-0107-FFC8-3D3B-66F54C2ACCFB}"/>
              </a:ext>
            </a:extLst>
          </p:cNvPr>
          <p:cNvSpPr/>
          <p:nvPr/>
        </p:nvSpPr>
        <p:spPr>
          <a:xfrm>
            <a:off x="396240" y="6335776"/>
            <a:ext cx="6217920" cy="440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>
                    <a:lumMod val="85000"/>
                  </a:schemeClr>
                </a:solidFill>
                <a:latin typeface="Aptos" panose="020B0004020202020204" pitchFamily="34" charset="0"/>
                <a:ea typeface="Arial" pitchFamily="34" charset="-122"/>
                <a:cs typeface="Arial" pitchFamily="34" charset="-120"/>
              </a:rPr>
              <a:t>Bank Account Fraud Detection | Technical Presentation</a:t>
            </a:r>
            <a:endParaRPr lang="en-US" sz="1400" dirty="0">
              <a:solidFill>
                <a:schemeClr val="tx1">
                  <a:lumMod val="85000"/>
                </a:schemeClr>
              </a:solidFill>
              <a:latin typeface="Aptos" panose="020B0004020202020204" pitchFamily="34" charset="0"/>
            </a:endParaRPr>
          </a:p>
        </p:txBody>
      </p:sp>
      <p:sp>
        <p:nvSpPr>
          <p:cNvPr id="7" name="Text 0">
            <a:extLst>
              <a:ext uri="{FF2B5EF4-FFF2-40B4-BE49-F238E27FC236}">
                <a16:creationId xmlns:a16="http://schemas.microsoft.com/office/drawing/2014/main" id="{14B9CEA5-6A44-0174-4A06-5463AADF9AD8}"/>
              </a:ext>
            </a:extLst>
          </p:cNvPr>
          <p:cNvSpPr/>
          <p:nvPr/>
        </p:nvSpPr>
        <p:spPr>
          <a:xfrm>
            <a:off x="566928" y="411480"/>
            <a:ext cx="10515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tx1">
                    <a:lumMod val="95000"/>
                  </a:schemeClr>
                </a:solidFill>
                <a:latin typeface="Aptos" panose="020B0004020202020204" pitchFamily="34" charset="0"/>
                <a:ea typeface="Arial" pitchFamily="34" charset="-122"/>
                <a:cs typeface="Arial" pitchFamily="34" charset="-120"/>
              </a:rPr>
              <a:t>05  ·  BIAS  &amp;  FAIRNESS  AUDIT</a:t>
            </a:r>
            <a:endParaRPr lang="en-US" sz="2000" dirty="0">
              <a:solidFill>
                <a:schemeClr val="tx1">
                  <a:lumMod val="95000"/>
                </a:schemeClr>
              </a:solidFill>
              <a:latin typeface="Aptos" panose="020B0004020202020204" pitchFamily="34" charset="0"/>
            </a:endParaRPr>
          </a:p>
        </p:txBody>
      </p:sp>
      <p:sp>
        <p:nvSpPr>
          <p:cNvPr id="11" name="Text 1">
            <a:extLst>
              <a:ext uri="{FF2B5EF4-FFF2-40B4-BE49-F238E27FC236}">
                <a16:creationId xmlns:a16="http://schemas.microsoft.com/office/drawing/2014/main" id="{0151F691-6545-1A31-DF38-16C343130F1A}"/>
              </a:ext>
            </a:extLst>
          </p:cNvPr>
          <p:cNvSpPr/>
          <p:nvPr/>
        </p:nvSpPr>
        <p:spPr>
          <a:xfrm>
            <a:off x="566928" y="786384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chemeClr val="accent6">
                    <a:lumMod val="60000"/>
                    <a:lumOff val="40000"/>
                  </a:schemeClr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Fairness Findings Across Available Groups</a:t>
            </a:r>
            <a:endParaRPr lang="en-US" sz="28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15" name="Text 2">
            <a:extLst>
              <a:ext uri="{FF2B5EF4-FFF2-40B4-BE49-F238E27FC236}">
                <a16:creationId xmlns:a16="http://schemas.microsoft.com/office/drawing/2014/main" id="{D8B73162-9BC0-CDFB-E4F9-E81474ED0972}"/>
              </a:ext>
            </a:extLst>
          </p:cNvPr>
          <p:cNvSpPr/>
          <p:nvPr/>
        </p:nvSpPr>
        <p:spPr>
          <a:xfrm>
            <a:off x="585216" y="1643599"/>
            <a:ext cx="10607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i="1" dirty="0">
                <a:solidFill>
                  <a:schemeClr val="tx1">
                    <a:lumMod val="95000"/>
                  </a:schemeClr>
                </a:solidFill>
                <a:latin typeface="Aptos" panose="020B0004020202020204" pitchFamily="34" charset="0"/>
                <a:ea typeface="Arial" pitchFamily="34" charset="-122"/>
                <a:cs typeface="Arial" pitchFamily="34" charset="-120"/>
              </a:rPr>
              <a:t>Race and gender were not available and were not inferred.</a:t>
            </a:r>
            <a:endParaRPr lang="en-US" dirty="0">
              <a:solidFill>
                <a:schemeClr val="tx1">
                  <a:lumMod val="95000"/>
                </a:schemeClr>
              </a:solidFill>
              <a:latin typeface="Aptos" panose="020B0004020202020204" pitchFamily="34" charset="0"/>
            </a:endParaRPr>
          </a:p>
        </p:txBody>
      </p:sp>
      <p:sp>
        <p:nvSpPr>
          <p:cNvPr id="19" name="Shape 5">
            <a:extLst>
              <a:ext uri="{FF2B5EF4-FFF2-40B4-BE49-F238E27FC236}">
                <a16:creationId xmlns:a16="http://schemas.microsoft.com/office/drawing/2014/main" id="{263BC934-8AB9-F5AC-C6E1-357DC41987D7}"/>
              </a:ext>
            </a:extLst>
          </p:cNvPr>
          <p:cNvSpPr/>
          <p:nvPr/>
        </p:nvSpPr>
        <p:spPr>
          <a:xfrm>
            <a:off x="685800" y="2066254"/>
            <a:ext cx="2423160" cy="1143000"/>
          </a:xfrm>
          <a:prstGeom prst="roundRect">
            <a:avLst>
              <a:gd name="adj" fmla="val 6400"/>
            </a:avLst>
          </a:prstGeom>
          <a:solidFill>
            <a:srgbClr val="0E55A7"/>
          </a:solidFill>
          <a:ln w="12700">
            <a:solidFill>
              <a:srgbClr val="0E55A7"/>
            </a:solidFill>
            <a:prstDash val="solid"/>
          </a:ln>
          <a:effectLst>
            <a:outerShdw blurRad="25400" dist="50800" dir="16200000" algn="bl" rotWithShape="0">
              <a:srgbClr val="C7D6E7">
                <a:alpha val="18000"/>
              </a:srgbClr>
            </a:outerShdw>
          </a:effectLst>
        </p:spPr>
        <p:txBody>
          <a:bodyPr/>
          <a:lstStyle/>
          <a:p>
            <a:endParaRPr lang="en-PH">
              <a:solidFill>
                <a:srgbClr val="FFFF00"/>
              </a:solidFill>
            </a:endParaRPr>
          </a:p>
        </p:txBody>
      </p:sp>
      <p:sp>
        <p:nvSpPr>
          <p:cNvPr id="23" name="Text 6">
            <a:extLst>
              <a:ext uri="{FF2B5EF4-FFF2-40B4-BE49-F238E27FC236}">
                <a16:creationId xmlns:a16="http://schemas.microsoft.com/office/drawing/2014/main" id="{330A345F-A18A-4982-CBCC-31961086C19E}"/>
              </a:ext>
            </a:extLst>
          </p:cNvPr>
          <p:cNvSpPr/>
          <p:nvPr/>
        </p:nvSpPr>
        <p:spPr>
          <a:xfrm>
            <a:off x="886968" y="2091653"/>
            <a:ext cx="20208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chemeClr val="tx1">
                    <a:lumMod val="95000"/>
                  </a:schemeClr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0.334</a:t>
            </a:r>
            <a:endParaRPr lang="en-US" sz="2600" dirty="0">
              <a:solidFill>
                <a:schemeClr val="tx1">
                  <a:lumMod val="95000"/>
                </a:schemeClr>
              </a:solidFill>
            </a:endParaRPr>
          </a:p>
        </p:txBody>
      </p:sp>
      <p:sp>
        <p:nvSpPr>
          <p:cNvPr id="27" name="Text 7">
            <a:extLst>
              <a:ext uri="{FF2B5EF4-FFF2-40B4-BE49-F238E27FC236}">
                <a16:creationId xmlns:a16="http://schemas.microsoft.com/office/drawing/2014/main" id="{BDD71857-0494-4DB0-54A8-D3C020E87CE3}"/>
              </a:ext>
            </a:extLst>
          </p:cNvPr>
          <p:cNvSpPr/>
          <p:nvPr/>
        </p:nvSpPr>
        <p:spPr>
          <a:xfrm>
            <a:off x="914400" y="2586591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FFFF00"/>
                </a:solidFill>
                <a:latin typeface="Aptos" panose="020B0004020202020204" pitchFamily="34" charset="0"/>
                <a:ea typeface="Arial" pitchFamily="34" charset="-122"/>
                <a:cs typeface="Arial" pitchFamily="34" charset="-120"/>
              </a:rPr>
              <a:t>Age demographic parity gap</a:t>
            </a:r>
            <a:endParaRPr lang="en-US" sz="1600" b="1" dirty="0">
              <a:solidFill>
                <a:srgbClr val="FFFF00"/>
              </a:solidFill>
              <a:latin typeface="Aptos" panose="020B0004020202020204" pitchFamily="34" charset="0"/>
            </a:endParaRPr>
          </a:p>
        </p:txBody>
      </p:sp>
      <p:sp>
        <p:nvSpPr>
          <p:cNvPr id="31" name="Shape 8">
            <a:extLst>
              <a:ext uri="{FF2B5EF4-FFF2-40B4-BE49-F238E27FC236}">
                <a16:creationId xmlns:a16="http://schemas.microsoft.com/office/drawing/2014/main" id="{E23605D6-0726-A8E2-E23B-B9889E77CB80}"/>
              </a:ext>
            </a:extLst>
          </p:cNvPr>
          <p:cNvSpPr/>
          <p:nvPr/>
        </p:nvSpPr>
        <p:spPr>
          <a:xfrm>
            <a:off x="3383280" y="2066254"/>
            <a:ext cx="2423160" cy="1143000"/>
          </a:xfrm>
          <a:prstGeom prst="roundRect">
            <a:avLst>
              <a:gd name="adj" fmla="val 6400"/>
            </a:avLst>
          </a:prstGeom>
          <a:solidFill>
            <a:srgbClr val="0E55A7"/>
          </a:solidFill>
          <a:ln w="12700">
            <a:solidFill>
              <a:srgbClr val="0E55A7"/>
            </a:solidFill>
            <a:prstDash val="solid"/>
          </a:ln>
          <a:effectLst>
            <a:outerShdw blurRad="25400" dist="50800" dir="16200000" algn="bl" rotWithShape="0">
              <a:srgbClr val="C7D6E7">
                <a:alpha val="18000"/>
              </a:srgbClr>
            </a:outerShdw>
          </a:effectLst>
        </p:spPr>
        <p:txBody>
          <a:bodyPr/>
          <a:lstStyle/>
          <a:p>
            <a:endParaRPr lang="en-PH">
              <a:solidFill>
                <a:srgbClr val="FFFF00"/>
              </a:solidFill>
            </a:endParaRPr>
          </a:p>
        </p:txBody>
      </p:sp>
      <p:sp>
        <p:nvSpPr>
          <p:cNvPr id="35" name="Text 9">
            <a:extLst>
              <a:ext uri="{FF2B5EF4-FFF2-40B4-BE49-F238E27FC236}">
                <a16:creationId xmlns:a16="http://schemas.microsoft.com/office/drawing/2014/main" id="{F647BF14-FBD8-C7E2-0D6E-864C0B6F5421}"/>
              </a:ext>
            </a:extLst>
          </p:cNvPr>
          <p:cNvSpPr/>
          <p:nvPr/>
        </p:nvSpPr>
        <p:spPr>
          <a:xfrm>
            <a:off x="3584448" y="2091653"/>
            <a:ext cx="20208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chemeClr val="tx1">
                    <a:lumMod val="95000"/>
                  </a:schemeClr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0.081</a:t>
            </a:r>
            <a:endParaRPr lang="en-US" sz="2600" dirty="0">
              <a:solidFill>
                <a:schemeClr val="tx1">
                  <a:lumMod val="95000"/>
                </a:schemeClr>
              </a:solidFill>
            </a:endParaRPr>
          </a:p>
        </p:txBody>
      </p:sp>
      <p:sp>
        <p:nvSpPr>
          <p:cNvPr id="38" name="Text 10">
            <a:extLst>
              <a:ext uri="{FF2B5EF4-FFF2-40B4-BE49-F238E27FC236}">
                <a16:creationId xmlns:a16="http://schemas.microsoft.com/office/drawing/2014/main" id="{F6B26CC4-0D24-7B01-AA3F-31C896956E6B}"/>
              </a:ext>
            </a:extLst>
          </p:cNvPr>
          <p:cNvSpPr/>
          <p:nvPr/>
        </p:nvSpPr>
        <p:spPr>
          <a:xfrm>
            <a:off x="3611880" y="2586591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FFFF00"/>
                </a:solidFill>
                <a:latin typeface="Aptos" panose="020B0004020202020204" pitchFamily="34" charset="0"/>
                <a:ea typeface="Arial" pitchFamily="34" charset="-122"/>
                <a:cs typeface="Arial" pitchFamily="34" charset="-120"/>
              </a:rPr>
              <a:t>Age disparate impact ratio</a:t>
            </a:r>
            <a:endParaRPr lang="en-US" sz="1600" b="1" dirty="0">
              <a:solidFill>
                <a:srgbClr val="FFFF00"/>
              </a:solidFill>
              <a:latin typeface="Aptos" panose="020B0004020202020204" pitchFamily="34" charset="0"/>
            </a:endParaRPr>
          </a:p>
        </p:txBody>
      </p:sp>
      <p:sp>
        <p:nvSpPr>
          <p:cNvPr id="40" name="Shape 11">
            <a:extLst>
              <a:ext uri="{FF2B5EF4-FFF2-40B4-BE49-F238E27FC236}">
                <a16:creationId xmlns:a16="http://schemas.microsoft.com/office/drawing/2014/main" id="{1E598B30-AA14-B34C-CCBC-47526A1F5929}"/>
              </a:ext>
            </a:extLst>
          </p:cNvPr>
          <p:cNvSpPr/>
          <p:nvPr/>
        </p:nvSpPr>
        <p:spPr>
          <a:xfrm>
            <a:off x="6080760" y="2066254"/>
            <a:ext cx="2423160" cy="1143000"/>
          </a:xfrm>
          <a:prstGeom prst="roundRect">
            <a:avLst>
              <a:gd name="adj" fmla="val 6400"/>
            </a:avLst>
          </a:prstGeom>
          <a:solidFill>
            <a:srgbClr val="0E55A7"/>
          </a:solidFill>
          <a:ln w="12700">
            <a:solidFill>
              <a:srgbClr val="0E55A7"/>
            </a:solidFill>
            <a:prstDash val="solid"/>
          </a:ln>
          <a:effectLst>
            <a:outerShdw blurRad="25400" dist="50800" dir="16200000" algn="bl" rotWithShape="0">
              <a:srgbClr val="C7D6E7">
                <a:alpha val="18000"/>
              </a:srgbClr>
            </a:outerShdw>
          </a:effectLst>
        </p:spPr>
        <p:txBody>
          <a:bodyPr/>
          <a:lstStyle/>
          <a:p>
            <a:endParaRPr lang="en-PH">
              <a:solidFill>
                <a:srgbClr val="FFFF00"/>
              </a:solidFill>
            </a:endParaRPr>
          </a:p>
        </p:txBody>
      </p:sp>
      <p:sp>
        <p:nvSpPr>
          <p:cNvPr id="42" name="Text 12">
            <a:extLst>
              <a:ext uri="{FF2B5EF4-FFF2-40B4-BE49-F238E27FC236}">
                <a16:creationId xmlns:a16="http://schemas.microsoft.com/office/drawing/2014/main" id="{7F428908-2B53-33DD-729A-4295C765047F}"/>
              </a:ext>
            </a:extLst>
          </p:cNvPr>
          <p:cNvSpPr/>
          <p:nvPr/>
        </p:nvSpPr>
        <p:spPr>
          <a:xfrm>
            <a:off x="6281928" y="2091653"/>
            <a:ext cx="20208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chemeClr val="tx1">
                    <a:lumMod val="95000"/>
                  </a:schemeClr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0.513</a:t>
            </a:r>
            <a:endParaRPr lang="en-US" sz="2600" dirty="0">
              <a:solidFill>
                <a:schemeClr val="tx1">
                  <a:lumMod val="95000"/>
                </a:schemeClr>
              </a:solidFill>
            </a:endParaRPr>
          </a:p>
        </p:txBody>
      </p:sp>
      <p:sp>
        <p:nvSpPr>
          <p:cNvPr id="44" name="Text 13">
            <a:extLst>
              <a:ext uri="{FF2B5EF4-FFF2-40B4-BE49-F238E27FC236}">
                <a16:creationId xmlns:a16="http://schemas.microsoft.com/office/drawing/2014/main" id="{B79E40AB-CAC2-128E-C15A-1F1AC49571ED}"/>
              </a:ext>
            </a:extLst>
          </p:cNvPr>
          <p:cNvSpPr/>
          <p:nvPr/>
        </p:nvSpPr>
        <p:spPr>
          <a:xfrm>
            <a:off x="6309360" y="2586591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FFFF00"/>
                </a:solidFill>
                <a:latin typeface="Aptos" panose="020B0004020202020204" pitchFamily="34" charset="0"/>
                <a:ea typeface="Arial" pitchFamily="34" charset="-122"/>
                <a:cs typeface="Arial" pitchFamily="34" charset="-120"/>
              </a:rPr>
              <a:t>Age equalized odds gap</a:t>
            </a:r>
            <a:endParaRPr lang="en-US" sz="1600" b="1" dirty="0">
              <a:solidFill>
                <a:srgbClr val="FFFF00"/>
              </a:solidFill>
              <a:latin typeface="Aptos" panose="020B0004020202020204" pitchFamily="34" charset="0"/>
            </a:endParaRPr>
          </a:p>
        </p:txBody>
      </p:sp>
      <p:sp>
        <p:nvSpPr>
          <p:cNvPr id="46" name="Shape 14">
            <a:extLst>
              <a:ext uri="{FF2B5EF4-FFF2-40B4-BE49-F238E27FC236}">
                <a16:creationId xmlns:a16="http://schemas.microsoft.com/office/drawing/2014/main" id="{568DD074-BB34-A367-690D-36FBDB5B43FA}"/>
              </a:ext>
            </a:extLst>
          </p:cNvPr>
          <p:cNvSpPr/>
          <p:nvPr/>
        </p:nvSpPr>
        <p:spPr>
          <a:xfrm>
            <a:off x="8778240" y="2066254"/>
            <a:ext cx="2423160" cy="1143000"/>
          </a:xfrm>
          <a:prstGeom prst="roundRect">
            <a:avLst>
              <a:gd name="adj" fmla="val 6400"/>
            </a:avLst>
          </a:prstGeom>
          <a:solidFill>
            <a:srgbClr val="0E55A7"/>
          </a:solidFill>
          <a:ln w="12700">
            <a:solidFill>
              <a:srgbClr val="0E55A7"/>
            </a:solidFill>
            <a:prstDash val="solid"/>
          </a:ln>
          <a:effectLst>
            <a:outerShdw blurRad="25400" dist="50800" dir="16200000" algn="bl" rotWithShape="0">
              <a:srgbClr val="C7D6E7">
                <a:alpha val="18000"/>
              </a:srgbClr>
            </a:outerShdw>
          </a:effectLst>
        </p:spPr>
        <p:txBody>
          <a:bodyPr/>
          <a:lstStyle/>
          <a:p>
            <a:endParaRPr lang="en-PH">
              <a:solidFill>
                <a:srgbClr val="FFFF00"/>
              </a:solidFill>
            </a:endParaRPr>
          </a:p>
        </p:txBody>
      </p:sp>
      <p:sp>
        <p:nvSpPr>
          <p:cNvPr id="48" name="Text 15">
            <a:extLst>
              <a:ext uri="{FF2B5EF4-FFF2-40B4-BE49-F238E27FC236}">
                <a16:creationId xmlns:a16="http://schemas.microsoft.com/office/drawing/2014/main" id="{17E58BC0-1824-EBDC-6880-DABA26DCCAFD}"/>
              </a:ext>
            </a:extLst>
          </p:cNvPr>
          <p:cNvSpPr/>
          <p:nvPr/>
        </p:nvSpPr>
        <p:spPr>
          <a:xfrm>
            <a:off x="8979408" y="2091653"/>
            <a:ext cx="20208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chemeClr val="tx1">
                    <a:lumMod val="95000"/>
                  </a:schemeClr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0.311</a:t>
            </a:r>
            <a:endParaRPr lang="en-US" sz="2600" dirty="0">
              <a:solidFill>
                <a:schemeClr val="tx1">
                  <a:lumMod val="95000"/>
                </a:schemeClr>
              </a:solidFill>
            </a:endParaRPr>
          </a:p>
        </p:txBody>
      </p:sp>
      <p:sp>
        <p:nvSpPr>
          <p:cNvPr id="50" name="Text 16">
            <a:extLst>
              <a:ext uri="{FF2B5EF4-FFF2-40B4-BE49-F238E27FC236}">
                <a16:creationId xmlns:a16="http://schemas.microsoft.com/office/drawing/2014/main" id="{03DA6959-DE26-7B1E-A93D-92ABD6EDD9C4}"/>
              </a:ext>
            </a:extLst>
          </p:cNvPr>
          <p:cNvSpPr/>
          <p:nvPr/>
        </p:nvSpPr>
        <p:spPr>
          <a:xfrm>
            <a:off x="9006840" y="2586591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FFFF00"/>
                </a:solidFill>
                <a:latin typeface="Aptos" panose="020B0004020202020204" pitchFamily="34" charset="0"/>
                <a:ea typeface="Arial" pitchFamily="34" charset="-122"/>
                <a:cs typeface="Arial" pitchFamily="34" charset="-120"/>
              </a:rPr>
              <a:t>Income disparate impact ratio</a:t>
            </a:r>
            <a:endParaRPr lang="en-US" sz="1600" b="1" dirty="0">
              <a:solidFill>
                <a:srgbClr val="FFFF00"/>
              </a:solidFill>
              <a:latin typeface="Aptos" panose="020B0004020202020204" pitchFamily="34" charset="0"/>
            </a:endParaRPr>
          </a:p>
        </p:txBody>
      </p:sp>
      <p:sp>
        <p:nvSpPr>
          <p:cNvPr id="52" name="Shape 17">
            <a:extLst>
              <a:ext uri="{FF2B5EF4-FFF2-40B4-BE49-F238E27FC236}">
                <a16:creationId xmlns:a16="http://schemas.microsoft.com/office/drawing/2014/main" id="{6BC88F75-0E69-C3E9-F4FD-90A69A1E4A2F}"/>
              </a:ext>
            </a:extLst>
          </p:cNvPr>
          <p:cNvSpPr/>
          <p:nvPr/>
        </p:nvSpPr>
        <p:spPr>
          <a:xfrm>
            <a:off x="685800" y="3503023"/>
            <a:ext cx="507492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D8E2EF">
                <a:alpha val="75000"/>
              </a:srgbClr>
            </a:solidFill>
            <a:prstDash val="solid"/>
          </a:ln>
          <a:effectLst>
            <a:outerShdw blurRad="25400" dist="50800" dir="2700000" algn="bl" rotWithShape="0">
              <a:srgbClr val="C7D6E7">
                <a:alpha val="22000"/>
              </a:srgbClr>
            </a:outerShdw>
          </a:effectLst>
        </p:spPr>
        <p:txBody>
          <a:bodyPr/>
          <a:lstStyle/>
          <a:p>
            <a:endParaRPr lang="en-PH">
              <a:solidFill>
                <a:schemeClr val="bg1"/>
              </a:solidFill>
            </a:endParaRPr>
          </a:p>
        </p:txBody>
      </p:sp>
      <p:sp>
        <p:nvSpPr>
          <p:cNvPr id="54" name="Text 18">
            <a:extLst>
              <a:ext uri="{FF2B5EF4-FFF2-40B4-BE49-F238E27FC236}">
                <a16:creationId xmlns:a16="http://schemas.microsoft.com/office/drawing/2014/main" id="{57835812-5BD7-D48F-814E-561D8CEF0169}"/>
              </a:ext>
            </a:extLst>
          </p:cNvPr>
          <p:cNvSpPr/>
          <p:nvPr/>
        </p:nvSpPr>
        <p:spPr>
          <a:xfrm>
            <a:off x="905838" y="3567174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b="1" dirty="0">
                <a:solidFill>
                  <a:srgbClr val="FF3300"/>
                </a:solidFill>
                <a:latin typeface="Aptos" panose="020B0004020202020204" pitchFamily="34" charset="0"/>
                <a:ea typeface="Arial" pitchFamily="34" charset="-122"/>
                <a:cs typeface="Arial" pitchFamily="34" charset="-120"/>
              </a:rPr>
              <a:t>What was audited</a:t>
            </a:r>
            <a:endParaRPr lang="en-US" dirty="0">
              <a:solidFill>
                <a:srgbClr val="FF3300"/>
              </a:solidFill>
              <a:latin typeface="Aptos" panose="020B0004020202020204" pitchFamily="34" charset="0"/>
            </a:endParaRPr>
          </a:p>
        </p:txBody>
      </p:sp>
      <p:sp>
        <p:nvSpPr>
          <p:cNvPr id="56" name="Text 19">
            <a:extLst>
              <a:ext uri="{FF2B5EF4-FFF2-40B4-BE49-F238E27FC236}">
                <a16:creationId xmlns:a16="http://schemas.microsoft.com/office/drawing/2014/main" id="{B0DEE07A-E773-A277-0E7B-AA2DC7F05568}"/>
              </a:ext>
            </a:extLst>
          </p:cNvPr>
          <p:cNvSpPr/>
          <p:nvPr/>
        </p:nvSpPr>
        <p:spPr>
          <a:xfrm>
            <a:off x="934862" y="3837576"/>
            <a:ext cx="4480560" cy="970861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Autofit/>
          </a:bodyPr>
          <a:lstStyle/>
          <a:p>
            <a:pPr marL="0" indent="0" algn="just">
              <a:buNone/>
            </a:pPr>
            <a:r>
              <a:rPr lang="en-US" sz="1500" dirty="0">
                <a:solidFill>
                  <a:schemeClr val="bg1"/>
                </a:solidFill>
                <a:latin typeface="Aptos" panose="020B0004020202020204" pitchFamily="34" charset="0"/>
                <a:ea typeface="Arial" pitchFamily="34" charset="-122"/>
                <a:cs typeface="Arial" pitchFamily="34" charset="-120"/>
              </a:rPr>
              <a:t>Age and income were primary groups. Employment and housing were supplemental socioeconomic proxy groups. Metrics included selection rate, TPR, FPR, FNR, PR-AUC and Brier score.</a:t>
            </a:r>
            <a:endParaRPr lang="en-US" sz="1500" dirty="0">
              <a:solidFill>
                <a:schemeClr val="bg1"/>
              </a:solidFill>
              <a:latin typeface="Aptos" panose="020B0004020202020204" pitchFamily="34" charset="0"/>
            </a:endParaRPr>
          </a:p>
        </p:txBody>
      </p:sp>
      <p:sp>
        <p:nvSpPr>
          <p:cNvPr id="58" name="Shape 20">
            <a:extLst>
              <a:ext uri="{FF2B5EF4-FFF2-40B4-BE49-F238E27FC236}">
                <a16:creationId xmlns:a16="http://schemas.microsoft.com/office/drawing/2014/main" id="{D10AE290-BD8D-A78B-A170-560E3E388D3C}"/>
              </a:ext>
            </a:extLst>
          </p:cNvPr>
          <p:cNvSpPr/>
          <p:nvPr/>
        </p:nvSpPr>
        <p:spPr>
          <a:xfrm>
            <a:off x="6172200" y="3503023"/>
            <a:ext cx="507492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D8E2EF">
                <a:alpha val="75000"/>
              </a:srgbClr>
            </a:solidFill>
            <a:prstDash val="solid"/>
          </a:ln>
          <a:effectLst>
            <a:outerShdw blurRad="25400" dist="50800" dir="2700000" algn="bl" rotWithShape="0">
              <a:srgbClr val="C7D6E7">
                <a:alpha val="22000"/>
              </a:srgbClr>
            </a:outerShdw>
          </a:effectLst>
        </p:spPr>
        <p:txBody>
          <a:bodyPr/>
          <a:lstStyle/>
          <a:p>
            <a:endParaRPr lang="en-PH">
              <a:solidFill>
                <a:schemeClr val="bg1"/>
              </a:solidFill>
            </a:endParaRPr>
          </a:p>
        </p:txBody>
      </p:sp>
      <p:sp>
        <p:nvSpPr>
          <p:cNvPr id="60" name="Text 21">
            <a:extLst>
              <a:ext uri="{FF2B5EF4-FFF2-40B4-BE49-F238E27FC236}">
                <a16:creationId xmlns:a16="http://schemas.microsoft.com/office/drawing/2014/main" id="{F3DD6B44-864C-738C-FECA-6A3ABF5ADC20}"/>
              </a:ext>
            </a:extLst>
          </p:cNvPr>
          <p:cNvSpPr/>
          <p:nvPr/>
        </p:nvSpPr>
        <p:spPr>
          <a:xfrm>
            <a:off x="6392238" y="3567174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b="1" dirty="0">
                <a:solidFill>
                  <a:srgbClr val="FF3300"/>
                </a:solidFill>
                <a:latin typeface="Aptos" panose="020B0004020202020204" pitchFamily="34" charset="0"/>
                <a:ea typeface="Arial" pitchFamily="34" charset="-122"/>
                <a:cs typeface="Arial" pitchFamily="34" charset="-120"/>
              </a:rPr>
              <a:t>What was found</a:t>
            </a:r>
            <a:endParaRPr lang="en-US" dirty="0">
              <a:solidFill>
                <a:srgbClr val="FF3300"/>
              </a:solidFill>
              <a:latin typeface="Aptos" panose="020B0004020202020204" pitchFamily="34" charset="0"/>
            </a:endParaRPr>
          </a:p>
        </p:txBody>
      </p:sp>
      <p:sp>
        <p:nvSpPr>
          <p:cNvPr id="62" name="Text 22">
            <a:extLst>
              <a:ext uri="{FF2B5EF4-FFF2-40B4-BE49-F238E27FC236}">
                <a16:creationId xmlns:a16="http://schemas.microsoft.com/office/drawing/2014/main" id="{867AB5AF-B1C8-B3A9-C718-0CA50E00F3E8}"/>
              </a:ext>
            </a:extLst>
          </p:cNvPr>
          <p:cNvSpPr/>
          <p:nvPr/>
        </p:nvSpPr>
        <p:spPr>
          <a:xfrm>
            <a:off x="6421262" y="3837576"/>
            <a:ext cx="4480560" cy="970861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Autofit/>
          </a:bodyPr>
          <a:lstStyle/>
          <a:p>
            <a:pPr marL="0" indent="0" algn="just">
              <a:buNone/>
            </a:pPr>
            <a:r>
              <a:rPr lang="en-US" sz="1500" dirty="0">
                <a:solidFill>
                  <a:schemeClr val="bg1"/>
                </a:solidFill>
                <a:latin typeface="Aptos" panose="020B0004020202020204" pitchFamily="34" charset="0"/>
                <a:ea typeface="Arial" pitchFamily="34" charset="-122"/>
                <a:cs typeface="Arial" pitchFamily="34" charset="-120"/>
              </a:rPr>
              <a:t>Material group differences exist. Older age bands and higher-income groups received higher selection and true-positive rates. Base-rate differences explain part, but not all, of the gaps.</a:t>
            </a:r>
            <a:endParaRPr lang="en-US" sz="1500" dirty="0">
              <a:solidFill>
                <a:schemeClr val="bg1"/>
              </a:solidFill>
              <a:latin typeface="Aptos" panose="020B0004020202020204" pitchFamily="34" charset="0"/>
            </a:endParaRPr>
          </a:p>
        </p:txBody>
      </p:sp>
      <p:sp>
        <p:nvSpPr>
          <p:cNvPr id="64" name="Shape 23">
            <a:extLst>
              <a:ext uri="{FF2B5EF4-FFF2-40B4-BE49-F238E27FC236}">
                <a16:creationId xmlns:a16="http://schemas.microsoft.com/office/drawing/2014/main" id="{298F6624-BF04-517B-25B0-B2B970C70D41}"/>
              </a:ext>
            </a:extLst>
          </p:cNvPr>
          <p:cNvSpPr/>
          <p:nvPr/>
        </p:nvSpPr>
        <p:spPr>
          <a:xfrm>
            <a:off x="685800" y="5257800"/>
            <a:ext cx="10561320" cy="594360"/>
          </a:xfrm>
          <a:prstGeom prst="roundRect">
            <a:avLst>
              <a:gd name="adj" fmla="val 12308"/>
            </a:avLst>
          </a:prstGeom>
          <a:solidFill>
            <a:srgbClr val="0E55A7"/>
          </a:solidFill>
          <a:ln w="12700">
            <a:solidFill>
              <a:srgbClr val="0E55A7"/>
            </a:solidFill>
            <a:prstDash val="solid"/>
          </a:ln>
        </p:spPr>
        <p:txBody>
          <a:bodyPr/>
          <a:lstStyle/>
          <a:p>
            <a:endParaRPr lang="en-PH">
              <a:solidFill>
                <a:srgbClr val="FFFF00"/>
              </a:solidFill>
            </a:endParaRPr>
          </a:p>
        </p:txBody>
      </p:sp>
      <p:sp>
        <p:nvSpPr>
          <p:cNvPr id="66" name="Text 24">
            <a:extLst>
              <a:ext uri="{FF2B5EF4-FFF2-40B4-BE49-F238E27FC236}">
                <a16:creationId xmlns:a16="http://schemas.microsoft.com/office/drawing/2014/main" id="{F92E1A7F-C7C1-A3CE-74A6-7028DF6BB308}"/>
              </a:ext>
            </a:extLst>
          </p:cNvPr>
          <p:cNvSpPr/>
          <p:nvPr/>
        </p:nvSpPr>
        <p:spPr>
          <a:xfrm>
            <a:off x="886968" y="5364336"/>
            <a:ext cx="10067544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Autofit/>
          </a:bodyPr>
          <a:lstStyle/>
          <a:p>
            <a:pPr marL="0" indent="0">
              <a:buNone/>
            </a:pPr>
            <a:r>
              <a:rPr lang="en-US" sz="1600" b="1" i="1" dirty="0">
                <a:solidFill>
                  <a:schemeClr val="tx1">
                    <a:lumMod val="95000"/>
                  </a:schemeClr>
                </a:solidFill>
                <a:latin typeface="Aptos" panose="020B0004020202020204" pitchFamily="34" charset="0"/>
                <a:ea typeface="Arial" pitchFamily="34" charset="-122"/>
                <a:cs typeface="Arial" pitchFamily="34" charset="-120"/>
              </a:rPr>
              <a:t>Fairness conclusion: useful prioritization performance exists, but operational use requires subgroup monitoring and governance.</a:t>
            </a:r>
            <a:endParaRPr lang="en-US" sz="1600" i="1" dirty="0">
              <a:solidFill>
                <a:schemeClr val="tx1">
                  <a:lumMod val="95000"/>
                </a:schemeClr>
              </a:solidFill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7627035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4212476-BAD0-C9D8-5F42-D87D0C9909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C5124694-67C5-C8DD-F7EC-EEBBD198E36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5" name="Text 2">
            <a:extLst>
              <a:ext uri="{FF2B5EF4-FFF2-40B4-BE49-F238E27FC236}">
                <a16:creationId xmlns:a16="http://schemas.microsoft.com/office/drawing/2014/main" id="{4A1CD972-F84C-E8E8-07B4-5B4E51300467}"/>
              </a:ext>
            </a:extLst>
          </p:cNvPr>
          <p:cNvSpPr/>
          <p:nvPr/>
        </p:nvSpPr>
        <p:spPr>
          <a:xfrm>
            <a:off x="396240" y="6335776"/>
            <a:ext cx="6217920" cy="440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>
                    <a:lumMod val="85000"/>
                  </a:schemeClr>
                </a:solidFill>
                <a:latin typeface="Aptos" panose="020B0004020202020204" pitchFamily="34" charset="0"/>
                <a:ea typeface="Arial" pitchFamily="34" charset="-122"/>
                <a:cs typeface="Arial" pitchFamily="34" charset="-120"/>
              </a:rPr>
              <a:t>Bank Account Fraud Detection | Technical Presentation</a:t>
            </a:r>
            <a:endParaRPr lang="en-US" sz="1400" dirty="0">
              <a:solidFill>
                <a:schemeClr val="tx1">
                  <a:lumMod val="85000"/>
                </a:schemeClr>
              </a:solidFill>
              <a:latin typeface="Aptos" panose="020B0004020202020204" pitchFamily="34" charset="0"/>
            </a:endParaRPr>
          </a:p>
        </p:txBody>
      </p:sp>
      <p:sp>
        <p:nvSpPr>
          <p:cNvPr id="7" name="Text 0">
            <a:extLst>
              <a:ext uri="{FF2B5EF4-FFF2-40B4-BE49-F238E27FC236}">
                <a16:creationId xmlns:a16="http://schemas.microsoft.com/office/drawing/2014/main" id="{4185ED49-C428-8FD7-7679-CBF1EF9AB0B7}"/>
              </a:ext>
            </a:extLst>
          </p:cNvPr>
          <p:cNvSpPr/>
          <p:nvPr/>
        </p:nvSpPr>
        <p:spPr>
          <a:xfrm>
            <a:off x="566928" y="411480"/>
            <a:ext cx="10515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tx1">
                    <a:lumMod val="95000"/>
                  </a:schemeClr>
                </a:solidFill>
                <a:latin typeface="Aptos" panose="020B0004020202020204" pitchFamily="34" charset="0"/>
                <a:ea typeface="Arial" pitchFamily="34" charset="-122"/>
                <a:cs typeface="Aparajita" panose="020B0502040204020203" pitchFamily="18" charset="0"/>
              </a:rPr>
              <a:t>06  ·  LIMITATIONS  &amp;  MITIGATION</a:t>
            </a:r>
            <a:endParaRPr lang="en-US" sz="2000" dirty="0">
              <a:solidFill>
                <a:schemeClr val="tx1">
                  <a:lumMod val="95000"/>
                </a:schemeClr>
              </a:solidFill>
              <a:latin typeface="Aptos" panose="020B0004020202020204" pitchFamily="34" charset="0"/>
              <a:cs typeface="Aparajita" panose="020B0502040204020203" pitchFamily="18" charset="0"/>
            </a:endParaRPr>
          </a:p>
        </p:txBody>
      </p:sp>
      <p:sp>
        <p:nvSpPr>
          <p:cNvPr id="11" name="Text 1">
            <a:extLst>
              <a:ext uri="{FF2B5EF4-FFF2-40B4-BE49-F238E27FC236}">
                <a16:creationId xmlns:a16="http://schemas.microsoft.com/office/drawing/2014/main" id="{3D042CD5-B93C-D74B-C23A-2CB663863F11}"/>
              </a:ext>
            </a:extLst>
          </p:cNvPr>
          <p:cNvSpPr/>
          <p:nvPr/>
        </p:nvSpPr>
        <p:spPr>
          <a:xfrm>
            <a:off x="566928" y="786384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chemeClr val="accent6">
                    <a:lumMod val="60000"/>
                    <a:lumOff val="40000"/>
                  </a:schemeClr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We Tested and What We Learned</a:t>
            </a:r>
            <a:endParaRPr lang="en-US" sz="28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13" name="Shape 4">
            <a:extLst>
              <a:ext uri="{FF2B5EF4-FFF2-40B4-BE49-F238E27FC236}">
                <a16:creationId xmlns:a16="http://schemas.microsoft.com/office/drawing/2014/main" id="{92C9AD70-B6A5-45F8-AF14-EAA3148DB374}"/>
              </a:ext>
            </a:extLst>
          </p:cNvPr>
          <p:cNvSpPr/>
          <p:nvPr/>
        </p:nvSpPr>
        <p:spPr>
          <a:xfrm>
            <a:off x="685800" y="1809213"/>
            <a:ext cx="342900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8E2EF">
                <a:alpha val="75000"/>
              </a:srgbClr>
            </a:solidFill>
            <a:prstDash val="solid"/>
          </a:ln>
          <a:effectLst>
            <a:outerShdw blurRad="25400" dist="50800" dir="2700000" algn="bl" rotWithShape="0">
              <a:srgbClr val="C7D6E7">
                <a:alpha val="22000"/>
              </a:srgbClr>
            </a:outerShdw>
          </a:effectLst>
        </p:spPr>
        <p:txBody>
          <a:bodyPr/>
          <a:lstStyle/>
          <a:p>
            <a:endParaRPr lang="en-PH">
              <a:solidFill>
                <a:srgbClr val="FFFF00"/>
              </a:solidFill>
            </a:endParaRPr>
          </a:p>
        </p:txBody>
      </p:sp>
      <p:sp>
        <p:nvSpPr>
          <p:cNvPr id="23" name="Text 7">
            <a:extLst>
              <a:ext uri="{FF2B5EF4-FFF2-40B4-BE49-F238E27FC236}">
                <a16:creationId xmlns:a16="http://schemas.microsoft.com/office/drawing/2014/main" id="{30090A7B-15FE-ED29-360E-F5A2495518B0}"/>
              </a:ext>
            </a:extLst>
          </p:cNvPr>
          <p:cNvSpPr/>
          <p:nvPr/>
        </p:nvSpPr>
        <p:spPr>
          <a:xfrm>
            <a:off x="1472832" y="1938533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700" b="1" dirty="0">
                <a:solidFill>
                  <a:srgbClr val="FF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Calibration risk</a:t>
            </a:r>
            <a:endParaRPr lang="en-US" sz="1700" dirty="0">
              <a:solidFill>
                <a:srgbClr val="FF0000"/>
              </a:solidFill>
            </a:endParaRPr>
          </a:p>
        </p:txBody>
      </p:sp>
      <p:sp>
        <p:nvSpPr>
          <p:cNvPr id="26" name="Text 8">
            <a:extLst>
              <a:ext uri="{FF2B5EF4-FFF2-40B4-BE49-F238E27FC236}">
                <a16:creationId xmlns:a16="http://schemas.microsoft.com/office/drawing/2014/main" id="{961E8888-F7A3-DB04-38B2-0F2D078B38AB}"/>
              </a:ext>
            </a:extLst>
          </p:cNvPr>
          <p:cNvSpPr/>
          <p:nvPr/>
        </p:nvSpPr>
        <p:spPr>
          <a:xfrm>
            <a:off x="1472832" y="2562285"/>
            <a:ext cx="2513952" cy="6858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Autofit/>
          </a:bodyPr>
          <a:lstStyle/>
          <a:p>
            <a:pPr marL="0" indent="0" algn="just">
              <a:buNone/>
            </a:pPr>
            <a:r>
              <a:rPr lang="en-US" sz="1500" dirty="0">
                <a:solidFill>
                  <a:schemeClr val="bg1"/>
                </a:solidFill>
                <a:latin typeface="Aptos" panose="020B0004020202020204" pitchFamily="34" charset="0"/>
                <a:ea typeface="Arial" pitchFamily="34" charset="-122"/>
                <a:cs typeface="Arial" pitchFamily="34" charset="-120"/>
              </a:rPr>
              <a:t>Balanced class weights improved ranking but overestimated probabilities. Variant II had worse Brier score and threshold transfer.</a:t>
            </a:r>
            <a:endParaRPr lang="en-US" sz="1500" dirty="0">
              <a:solidFill>
                <a:schemeClr val="bg1"/>
              </a:solidFill>
              <a:latin typeface="Aptos" panose="020B0004020202020204" pitchFamily="34" charset="0"/>
            </a:endParaRPr>
          </a:p>
        </p:txBody>
      </p:sp>
      <p:sp>
        <p:nvSpPr>
          <p:cNvPr id="28" name="Shape 9">
            <a:extLst>
              <a:ext uri="{FF2B5EF4-FFF2-40B4-BE49-F238E27FC236}">
                <a16:creationId xmlns:a16="http://schemas.microsoft.com/office/drawing/2014/main" id="{69E47C11-1B30-A1AA-08BF-327F24B8071A}"/>
              </a:ext>
            </a:extLst>
          </p:cNvPr>
          <p:cNvSpPr/>
          <p:nvPr/>
        </p:nvSpPr>
        <p:spPr>
          <a:xfrm>
            <a:off x="4370832" y="1809213"/>
            <a:ext cx="342900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8E2EF">
                <a:alpha val="75000"/>
              </a:srgbClr>
            </a:solidFill>
            <a:prstDash val="solid"/>
          </a:ln>
          <a:effectLst>
            <a:outerShdw blurRad="25400" dist="50800" dir="2700000" algn="bl" rotWithShape="0">
              <a:srgbClr val="C7D6E7">
                <a:alpha val="22000"/>
              </a:srgbClr>
            </a:outerShdw>
          </a:effectLst>
        </p:spPr>
        <p:txBody>
          <a:bodyPr/>
          <a:lstStyle/>
          <a:p>
            <a:endParaRPr lang="en-PH">
              <a:solidFill>
                <a:srgbClr val="FFFF00"/>
              </a:solidFill>
            </a:endParaRPr>
          </a:p>
        </p:txBody>
      </p:sp>
      <p:sp>
        <p:nvSpPr>
          <p:cNvPr id="34" name="Text 12">
            <a:extLst>
              <a:ext uri="{FF2B5EF4-FFF2-40B4-BE49-F238E27FC236}">
                <a16:creationId xmlns:a16="http://schemas.microsoft.com/office/drawing/2014/main" id="{F1CF3523-D46A-37CF-9BF1-67B0340D449B}"/>
              </a:ext>
            </a:extLst>
          </p:cNvPr>
          <p:cNvSpPr/>
          <p:nvPr/>
        </p:nvSpPr>
        <p:spPr>
          <a:xfrm>
            <a:off x="5239508" y="1938533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700" b="1" dirty="0">
                <a:solidFill>
                  <a:srgbClr val="FF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Leakage sensitivity</a:t>
            </a:r>
            <a:endParaRPr lang="en-US" sz="1700" dirty="0">
              <a:solidFill>
                <a:srgbClr val="FF0000"/>
              </a:solidFill>
            </a:endParaRPr>
          </a:p>
        </p:txBody>
      </p:sp>
      <p:sp>
        <p:nvSpPr>
          <p:cNvPr id="36" name="Text 13">
            <a:extLst>
              <a:ext uri="{FF2B5EF4-FFF2-40B4-BE49-F238E27FC236}">
                <a16:creationId xmlns:a16="http://schemas.microsoft.com/office/drawing/2014/main" id="{902EF946-5D5D-28EB-8120-DFAEB221450E}"/>
              </a:ext>
            </a:extLst>
          </p:cNvPr>
          <p:cNvSpPr/>
          <p:nvPr/>
        </p:nvSpPr>
        <p:spPr>
          <a:xfrm>
            <a:off x="5157864" y="2594943"/>
            <a:ext cx="2513952" cy="6858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Autofit/>
          </a:bodyPr>
          <a:lstStyle/>
          <a:p>
            <a:pPr marL="0" indent="0" algn="just">
              <a:buNone/>
            </a:pPr>
            <a:r>
              <a:rPr lang="en-US" sz="1500" dirty="0">
                <a:solidFill>
                  <a:schemeClr val="bg1"/>
                </a:solidFill>
                <a:latin typeface="Aptos" panose="020B0004020202020204" pitchFamily="34" charset="0"/>
                <a:ea typeface="Arial" pitchFamily="34" charset="-122"/>
                <a:cs typeface="Arial" pitchFamily="34" charset="-120"/>
              </a:rPr>
              <a:t>credit_risk_band was flagged for possible temporal leakage. Removing it produced nearly unchanged PR-AUC and slightly better top-10% capture.</a:t>
            </a:r>
            <a:endParaRPr lang="en-US" sz="1500" dirty="0">
              <a:solidFill>
                <a:schemeClr val="bg1"/>
              </a:solidFill>
              <a:latin typeface="Aptos" panose="020B0004020202020204" pitchFamily="34" charset="0"/>
            </a:endParaRPr>
          </a:p>
        </p:txBody>
      </p:sp>
      <p:sp>
        <p:nvSpPr>
          <p:cNvPr id="38" name="Shape 14">
            <a:extLst>
              <a:ext uri="{FF2B5EF4-FFF2-40B4-BE49-F238E27FC236}">
                <a16:creationId xmlns:a16="http://schemas.microsoft.com/office/drawing/2014/main" id="{A7742842-3EB1-2FF1-0826-F09A903CB24A}"/>
              </a:ext>
            </a:extLst>
          </p:cNvPr>
          <p:cNvSpPr/>
          <p:nvPr/>
        </p:nvSpPr>
        <p:spPr>
          <a:xfrm>
            <a:off x="8055864" y="1809213"/>
            <a:ext cx="342900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8E2EF">
                <a:alpha val="75000"/>
              </a:srgbClr>
            </a:solidFill>
            <a:prstDash val="solid"/>
          </a:ln>
          <a:effectLst>
            <a:outerShdw blurRad="25400" dist="50800" dir="2700000" algn="bl" rotWithShape="0">
              <a:srgbClr val="C7D6E7">
                <a:alpha val="22000"/>
              </a:srgbClr>
            </a:outerShdw>
          </a:effectLst>
        </p:spPr>
        <p:txBody>
          <a:bodyPr/>
          <a:lstStyle/>
          <a:p>
            <a:endParaRPr lang="en-PH">
              <a:solidFill>
                <a:srgbClr val="FFFF00"/>
              </a:solidFill>
            </a:endParaRPr>
          </a:p>
        </p:txBody>
      </p:sp>
      <p:sp>
        <p:nvSpPr>
          <p:cNvPr id="44" name="Text 17">
            <a:extLst>
              <a:ext uri="{FF2B5EF4-FFF2-40B4-BE49-F238E27FC236}">
                <a16:creationId xmlns:a16="http://schemas.microsoft.com/office/drawing/2014/main" id="{41AEED79-65B2-F301-29AB-A067A9ECC302}"/>
              </a:ext>
            </a:extLst>
          </p:cNvPr>
          <p:cNvSpPr/>
          <p:nvPr/>
        </p:nvSpPr>
        <p:spPr>
          <a:xfrm>
            <a:off x="8891883" y="1938533"/>
            <a:ext cx="23585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700" b="1" dirty="0">
                <a:solidFill>
                  <a:srgbClr val="FF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Reweighting trade-off</a:t>
            </a:r>
            <a:endParaRPr lang="en-US" sz="1700" dirty="0">
              <a:solidFill>
                <a:srgbClr val="FF0000"/>
              </a:solidFill>
            </a:endParaRPr>
          </a:p>
        </p:txBody>
      </p:sp>
      <p:sp>
        <p:nvSpPr>
          <p:cNvPr id="46" name="Text 18">
            <a:extLst>
              <a:ext uri="{FF2B5EF4-FFF2-40B4-BE49-F238E27FC236}">
                <a16:creationId xmlns:a16="http://schemas.microsoft.com/office/drawing/2014/main" id="{F74A552F-3D34-3094-5C4A-28864C76F3DC}"/>
              </a:ext>
            </a:extLst>
          </p:cNvPr>
          <p:cNvSpPr/>
          <p:nvPr/>
        </p:nvSpPr>
        <p:spPr>
          <a:xfrm>
            <a:off x="8842896" y="2562285"/>
            <a:ext cx="2513952" cy="6858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Autofit/>
          </a:bodyPr>
          <a:lstStyle/>
          <a:p>
            <a:pPr marL="0" indent="0" algn="just">
              <a:buNone/>
            </a:pPr>
            <a:r>
              <a:rPr lang="en-US" sz="1500" dirty="0">
                <a:solidFill>
                  <a:schemeClr val="bg1"/>
                </a:solidFill>
                <a:latin typeface="Aptos" panose="020B0004020202020204" pitchFamily="34" charset="0"/>
                <a:ea typeface="Arial" pitchFamily="34" charset="-122"/>
                <a:cs typeface="Arial" pitchFamily="34" charset="-120"/>
              </a:rPr>
              <a:t>Age-income reweighting reduced one parity gap but lowered validation PR-AUC and worsened other fairness metrics.</a:t>
            </a:r>
            <a:endParaRPr lang="en-US" sz="1500" dirty="0">
              <a:solidFill>
                <a:schemeClr val="bg1"/>
              </a:solidFill>
              <a:latin typeface="Aptos" panose="020B0004020202020204" pitchFamily="34" charset="0"/>
            </a:endParaRPr>
          </a:p>
        </p:txBody>
      </p:sp>
      <p:sp>
        <p:nvSpPr>
          <p:cNvPr id="48" name="Shape 19">
            <a:extLst>
              <a:ext uri="{FF2B5EF4-FFF2-40B4-BE49-F238E27FC236}">
                <a16:creationId xmlns:a16="http://schemas.microsoft.com/office/drawing/2014/main" id="{257EF74F-9369-8033-CF31-B65A2244940E}"/>
              </a:ext>
            </a:extLst>
          </p:cNvPr>
          <p:cNvSpPr/>
          <p:nvPr/>
        </p:nvSpPr>
        <p:spPr>
          <a:xfrm>
            <a:off x="685800" y="4457699"/>
            <a:ext cx="2926080" cy="331470"/>
          </a:xfrm>
          <a:prstGeom prst="rect">
            <a:avLst/>
          </a:prstGeom>
          <a:solidFill>
            <a:srgbClr val="0E55A7"/>
          </a:solidFill>
          <a:ln w="12700">
            <a:solidFill>
              <a:srgbClr val="D8E2EF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n-PH" sz="1600">
              <a:solidFill>
                <a:schemeClr val="bg1"/>
              </a:solidFill>
              <a:latin typeface="Aptos" panose="020B0004020202020204" pitchFamily="34" charset="0"/>
            </a:endParaRPr>
          </a:p>
        </p:txBody>
      </p:sp>
      <p:sp>
        <p:nvSpPr>
          <p:cNvPr id="50" name="Text 20">
            <a:extLst>
              <a:ext uri="{FF2B5EF4-FFF2-40B4-BE49-F238E27FC236}">
                <a16:creationId xmlns:a16="http://schemas.microsoft.com/office/drawing/2014/main" id="{8F58C839-1C6E-706C-1937-6C1448083111}"/>
              </a:ext>
            </a:extLst>
          </p:cNvPr>
          <p:cNvSpPr/>
          <p:nvPr/>
        </p:nvSpPr>
        <p:spPr>
          <a:xfrm>
            <a:off x="731520" y="4534769"/>
            <a:ext cx="2834640" cy="19431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b="1" dirty="0">
                <a:solidFill>
                  <a:schemeClr val="accent6">
                    <a:lumMod val="60000"/>
                    <a:lumOff val="40000"/>
                  </a:schemeClr>
                </a:solidFill>
                <a:latin typeface="Aptos" panose="020B0004020202020204" pitchFamily="34" charset="0"/>
                <a:ea typeface="Arial" pitchFamily="34" charset="-122"/>
                <a:cs typeface="Arial" pitchFamily="34" charset="-120"/>
              </a:rPr>
              <a:t>Mitigation test</a:t>
            </a:r>
            <a:endParaRPr lang="en-US" dirty="0">
              <a:solidFill>
                <a:schemeClr val="accent6">
                  <a:lumMod val="60000"/>
                  <a:lumOff val="40000"/>
                </a:schemeClr>
              </a:solidFill>
              <a:latin typeface="Aptos" panose="020B0004020202020204" pitchFamily="34" charset="0"/>
            </a:endParaRPr>
          </a:p>
        </p:txBody>
      </p:sp>
      <p:sp>
        <p:nvSpPr>
          <p:cNvPr id="52" name="Shape 21">
            <a:extLst>
              <a:ext uri="{FF2B5EF4-FFF2-40B4-BE49-F238E27FC236}">
                <a16:creationId xmlns:a16="http://schemas.microsoft.com/office/drawing/2014/main" id="{F069671F-E3FB-9C77-E56C-588245551B3C}"/>
              </a:ext>
            </a:extLst>
          </p:cNvPr>
          <p:cNvSpPr/>
          <p:nvPr/>
        </p:nvSpPr>
        <p:spPr>
          <a:xfrm>
            <a:off x="3611880" y="4457699"/>
            <a:ext cx="4663440" cy="331470"/>
          </a:xfrm>
          <a:prstGeom prst="rect">
            <a:avLst/>
          </a:prstGeom>
          <a:solidFill>
            <a:srgbClr val="0E55A7"/>
          </a:solidFill>
          <a:ln w="12700">
            <a:solidFill>
              <a:srgbClr val="D8E2EF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n-PH" sz="1600">
              <a:solidFill>
                <a:schemeClr val="bg1"/>
              </a:solidFill>
              <a:latin typeface="Aptos" panose="020B0004020202020204" pitchFamily="34" charset="0"/>
            </a:endParaRPr>
          </a:p>
        </p:txBody>
      </p:sp>
      <p:sp>
        <p:nvSpPr>
          <p:cNvPr id="54" name="Text 22">
            <a:extLst>
              <a:ext uri="{FF2B5EF4-FFF2-40B4-BE49-F238E27FC236}">
                <a16:creationId xmlns:a16="http://schemas.microsoft.com/office/drawing/2014/main" id="{399690F5-50F7-E5B4-437D-73D96E04EAA7}"/>
              </a:ext>
            </a:extLst>
          </p:cNvPr>
          <p:cNvSpPr/>
          <p:nvPr/>
        </p:nvSpPr>
        <p:spPr>
          <a:xfrm>
            <a:off x="3657600" y="4534769"/>
            <a:ext cx="4572000" cy="19431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b="1" dirty="0">
                <a:solidFill>
                  <a:schemeClr val="accent6">
                    <a:lumMod val="60000"/>
                    <a:lumOff val="40000"/>
                  </a:schemeClr>
                </a:solidFill>
                <a:latin typeface="Aptos" panose="020B0004020202020204" pitchFamily="34" charset="0"/>
                <a:ea typeface="Arial" pitchFamily="34" charset="-122"/>
                <a:cs typeface="Arial" pitchFamily="34" charset="-120"/>
              </a:rPr>
              <a:t>Result</a:t>
            </a:r>
            <a:endParaRPr lang="en-US" dirty="0">
              <a:solidFill>
                <a:schemeClr val="accent6">
                  <a:lumMod val="60000"/>
                  <a:lumOff val="40000"/>
                </a:schemeClr>
              </a:solidFill>
              <a:latin typeface="Aptos" panose="020B0004020202020204" pitchFamily="34" charset="0"/>
            </a:endParaRPr>
          </a:p>
        </p:txBody>
      </p:sp>
      <p:sp>
        <p:nvSpPr>
          <p:cNvPr id="56" name="Shape 23">
            <a:extLst>
              <a:ext uri="{FF2B5EF4-FFF2-40B4-BE49-F238E27FC236}">
                <a16:creationId xmlns:a16="http://schemas.microsoft.com/office/drawing/2014/main" id="{4063ACD1-7132-CFA9-2FC5-4CE0FDF3A0C0}"/>
              </a:ext>
            </a:extLst>
          </p:cNvPr>
          <p:cNvSpPr/>
          <p:nvPr/>
        </p:nvSpPr>
        <p:spPr>
          <a:xfrm>
            <a:off x="8275320" y="4457699"/>
            <a:ext cx="2971800" cy="331470"/>
          </a:xfrm>
          <a:prstGeom prst="rect">
            <a:avLst/>
          </a:prstGeom>
          <a:solidFill>
            <a:srgbClr val="0E55A7"/>
          </a:solidFill>
          <a:ln w="12700">
            <a:solidFill>
              <a:srgbClr val="D8E2EF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n-PH" sz="1600">
              <a:solidFill>
                <a:schemeClr val="bg1"/>
              </a:solidFill>
              <a:latin typeface="Aptos" panose="020B0004020202020204" pitchFamily="34" charset="0"/>
            </a:endParaRPr>
          </a:p>
        </p:txBody>
      </p:sp>
      <p:sp>
        <p:nvSpPr>
          <p:cNvPr id="58" name="Text 24">
            <a:extLst>
              <a:ext uri="{FF2B5EF4-FFF2-40B4-BE49-F238E27FC236}">
                <a16:creationId xmlns:a16="http://schemas.microsoft.com/office/drawing/2014/main" id="{8E64F96C-7714-34AD-F94A-5010E79B6161}"/>
              </a:ext>
            </a:extLst>
          </p:cNvPr>
          <p:cNvSpPr/>
          <p:nvPr/>
        </p:nvSpPr>
        <p:spPr>
          <a:xfrm>
            <a:off x="8321040" y="4534769"/>
            <a:ext cx="2880360" cy="19431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b="1" dirty="0">
                <a:solidFill>
                  <a:schemeClr val="accent6">
                    <a:lumMod val="60000"/>
                    <a:lumOff val="40000"/>
                  </a:schemeClr>
                </a:solidFill>
                <a:latin typeface="Aptos" panose="020B0004020202020204" pitchFamily="34" charset="0"/>
                <a:ea typeface="Arial" pitchFamily="34" charset="-122"/>
                <a:cs typeface="Arial" pitchFamily="34" charset="-120"/>
              </a:rPr>
              <a:t>Decision</a:t>
            </a:r>
            <a:endParaRPr lang="en-US" dirty="0">
              <a:solidFill>
                <a:schemeClr val="accent6">
                  <a:lumMod val="60000"/>
                  <a:lumOff val="40000"/>
                </a:schemeClr>
              </a:solidFill>
              <a:latin typeface="Aptos" panose="020B0004020202020204" pitchFamily="34" charset="0"/>
            </a:endParaRPr>
          </a:p>
        </p:txBody>
      </p:sp>
      <p:sp>
        <p:nvSpPr>
          <p:cNvPr id="60" name="Shape 25">
            <a:extLst>
              <a:ext uri="{FF2B5EF4-FFF2-40B4-BE49-F238E27FC236}">
                <a16:creationId xmlns:a16="http://schemas.microsoft.com/office/drawing/2014/main" id="{23BE4D81-56F8-5A42-1F44-0CE93C59F24F}"/>
              </a:ext>
            </a:extLst>
          </p:cNvPr>
          <p:cNvSpPr/>
          <p:nvPr/>
        </p:nvSpPr>
        <p:spPr>
          <a:xfrm>
            <a:off x="685800" y="4789169"/>
            <a:ext cx="2926080" cy="33147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2EF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en-PH" sz="1600">
              <a:solidFill>
                <a:schemeClr val="bg1"/>
              </a:solidFill>
              <a:latin typeface="Aptos" panose="020B0004020202020204" pitchFamily="34" charset="0"/>
            </a:endParaRPr>
          </a:p>
        </p:txBody>
      </p:sp>
      <p:sp>
        <p:nvSpPr>
          <p:cNvPr id="62" name="Text 26">
            <a:extLst>
              <a:ext uri="{FF2B5EF4-FFF2-40B4-BE49-F238E27FC236}">
                <a16:creationId xmlns:a16="http://schemas.microsoft.com/office/drawing/2014/main" id="{31B6228F-07E3-3EDE-4FF7-B14D43D3E9AD}"/>
              </a:ext>
            </a:extLst>
          </p:cNvPr>
          <p:cNvSpPr/>
          <p:nvPr/>
        </p:nvSpPr>
        <p:spPr>
          <a:xfrm>
            <a:off x="731520" y="4880609"/>
            <a:ext cx="2834640" cy="22174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1600" dirty="0">
                <a:solidFill>
                  <a:schemeClr val="bg1"/>
                </a:solidFill>
                <a:latin typeface="Aptos" panose="020B0004020202020204" pitchFamily="34" charset="0"/>
                <a:ea typeface="Arial" pitchFamily="34" charset="-122"/>
                <a:cs typeface="Arial" pitchFamily="34" charset="-120"/>
              </a:rPr>
              <a:t>Remove credit_risk_band</a:t>
            </a:r>
            <a:endParaRPr lang="en-US" sz="1600" dirty="0">
              <a:solidFill>
                <a:schemeClr val="bg1"/>
              </a:solidFill>
              <a:latin typeface="Aptos" panose="020B0004020202020204" pitchFamily="34" charset="0"/>
            </a:endParaRPr>
          </a:p>
        </p:txBody>
      </p:sp>
      <p:sp>
        <p:nvSpPr>
          <p:cNvPr id="64" name="Shape 27">
            <a:extLst>
              <a:ext uri="{FF2B5EF4-FFF2-40B4-BE49-F238E27FC236}">
                <a16:creationId xmlns:a16="http://schemas.microsoft.com/office/drawing/2014/main" id="{6728DDAE-36D5-427F-057C-A6EE6FE2AD5D}"/>
              </a:ext>
            </a:extLst>
          </p:cNvPr>
          <p:cNvSpPr/>
          <p:nvPr/>
        </p:nvSpPr>
        <p:spPr>
          <a:xfrm>
            <a:off x="3611880" y="4789169"/>
            <a:ext cx="4663440" cy="33147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2EF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en-PH" sz="1600">
              <a:solidFill>
                <a:schemeClr val="bg1"/>
              </a:solidFill>
              <a:latin typeface="Aptos" panose="020B0004020202020204" pitchFamily="34" charset="0"/>
            </a:endParaRPr>
          </a:p>
        </p:txBody>
      </p:sp>
      <p:sp>
        <p:nvSpPr>
          <p:cNvPr id="66" name="Text 28">
            <a:extLst>
              <a:ext uri="{FF2B5EF4-FFF2-40B4-BE49-F238E27FC236}">
                <a16:creationId xmlns:a16="http://schemas.microsoft.com/office/drawing/2014/main" id="{6709AABA-F5D3-D5B8-504E-35BC60FBA7FE}"/>
              </a:ext>
            </a:extLst>
          </p:cNvPr>
          <p:cNvSpPr/>
          <p:nvPr/>
        </p:nvSpPr>
        <p:spPr>
          <a:xfrm>
            <a:off x="3657600" y="4880609"/>
            <a:ext cx="4572000" cy="22174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1600" dirty="0">
                <a:solidFill>
                  <a:schemeClr val="bg1"/>
                </a:solidFill>
                <a:latin typeface="Aptos" panose="020B0004020202020204" pitchFamily="34" charset="0"/>
                <a:ea typeface="Arial" pitchFamily="34" charset="-122"/>
                <a:cs typeface="Arial" pitchFamily="34" charset="-120"/>
              </a:rPr>
              <a:t>Performance nearly unchanged; safer pipeline</a:t>
            </a:r>
            <a:endParaRPr lang="en-US" sz="1600" dirty="0">
              <a:solidFill>
                <a:schemeClr val="bg1"/>
              </a:solidFill>
              <a:latin typeface="Aptos" panose="020B0004020202020204" pitchFamily="34" charset="0"/>
            </a:endParaRPr>
          </a:p>
        </p:txBody>
      </p:sp>
      <p:sp>
        <p:nvSpPr>
          <p:cNvPr id="68" name="Shape 29">
            <a:extLst>
              <a:ext uri="{FF2B5EF4-FFF2-40B4-BE49-F238E27FC236}">
                <a16:creationId xmlns:a16="http://schemas.microsoft.com/office/drawing/2014/main" id="{3C6B2526-ED90-4209-C5D8-D236E0BBF1D1}"/>
              </a:ext>
            </a:extLst>
          </p:cNvPr>
          <p:cNvSpPr/>
          <p:nvPr/>
        </p:nvSpPr>
        <p:spPr>
          <a:xfrm>
            <a:off x="8275320" y="4789169"/>
            <a:ext cx="2971800" cy="33147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2EF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en-PH" sz="1600">
              <a:solidFill>
                <a:schemeClr val="bg1"/>
              </a:solidFill>
              <a:latin typeface="Aptos" panose="020B0004020202020204" pitchFamily="34" charset="0"/>
            </a:endParaRPr>
          </a:p>
        </p:txBody>
      </p:sp>
      <p:sp>
        <p:nvSpPr>
          <p:cNvPr id="70" name="Text 30">
            <a:extLst>
              <a:ext uri="{FF2B5EF4-FFF2-40B4-BE49-F238E27FC236}">
                <a16:creationId xmlns:a16="http://schemas.microsoft.com/office/drawing/2014/main" id="{9B430C87-BD01-A4ED-647E-C310A061E696}"/>
              </a:ext>
            </a:extLst>
          </p:cNvPr>
          <p:cNvSpPr/>
          <p:nvPr/>
        </p:nvSpPr>
        <p:spPr>
          <a:xfrm>
            <a:off x="8321040" y="4880609"/>
            <a:ext cx="2880360" cy="22174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1600" dirty="0">
                <a:solidFill>
                  <a:schemeClr val="bg1"/>
                </a:solidFill>
                <a:latin typeface="Aptos" panose="020B0004020202020204" pitchFamily="34" charset="0"/>
                <a:ea typeface="Arial" pitchFamily="34" charset="-122"/>
                <a:cs typeface="Arial" pitchFamily="34" charset="-120"/>
              </a:rPr>
              <a:t>Prefer removal/retraining</a:t>
            </a:r>
            <a:endParaRPr lang="en-US" sz="1600" dirty="0">
              <a:solidFill>
                <a:schemeClr val="bg1"/>
              </a:solidFill>
              <a:latin typeface="Aptos" panose="020B0004020202020204" pitchFamily="34" charset="0"/>
            </a:endParaRPr>
          </a:p>
        </p:txBody>
      </p:sp>
      <p:sp>
        <p:nvSpPr>
          <p:cNvPr id="72" name="Shape 31">
            <a:extLst>
              <a:ext uri="{FF2B5EF4-FFF2-40B4-BE49-F238E27FC236}">
                <a16:creationId xmlns:a16="http://schemas.microsoft.com/office/drawing/2014/main" id="{292057E1-A037-2C86-817A-DA368FFB5B0F}"/>
              </a:ext>
            </a:extLst>
          </p:cNvPr>
          <p:cNvSpPr/>
          <p:nvPr/>
        </p:nvSpPr>
        <p:spPr>
          <a:xfrm>
            <a:off x="685800" y="5120639"/>
            <a:ext cx="2926080" cy="33147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2EF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en-PH" sz="1600">
              <a:solidFill>
                <a:schemeClr val="bg1"/>
              </a:solidFill>
              <a:latin typeface="Aptos" panose="020B0004020202020204" pitchFamily="34" charset="0"/>
            </a:endParaRPr>
          </a:p>
        </p:txBody>
      </p:sp>
      <p:sp>
        <p:nvSpPr>
          <p:cNvPr id="74" name="Text 32">
            <a:extLst>
              <a:ext uri="{FF2B5EF4-FFF2-40B4-BE49-F238E27FC236}">
                <a16:creationId xmlns:a16="http://schemas.microsoft.com/office/drawing/2014/main" id="{56E45B36-85C3-24A1-0D82-BBFD5A53E81E}"/>
              </a:ext>
            </a:extLst>
          </p:cNvPr>
          <p:cNvSpPr/>
          <p:nvPr/>
        </p:nvSpPr>
        <p:spPr>
          <a:xfrm>
            <a:off x="731520" y="5212079"/>
            <a:ext cx="2834640" cy="22174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1600" dirty="0">
                <a:solidFill>
                  <a:schemeClr val="bg1"/>
                </a:solidFill>
                <a:latin typeface="Aptos" panose="020B0004020202020204" pitchFamily="34" charset="0"/>
                <a:ea typeface="Arial" pitchFamily="34" charset="-122"/>
                <a:cs typeface="Arial" pitchFamily="34" charset="-120"/>
              </a:rPr>
              <a:t>Reweighting by age-income</a:t>
            </a:r>
            <a:endParaRPr lang="en-US" sz="1600" dirty="0">
              <a:solidFill>
                <a:schemeClr val="bg1"/>
              </a:solidFill>
              <a:latin typeface="Aptos" panose="020B0004020202020204" pitchFamily="34" charset="0"/>
            </a:endParaRPr>
          </a:p>
        </p:txBody>
      </p:sp>
      <p:sp>
        <p:nvSpPr>
          <p:cNvPr id="76" name="Shape 33">
            <a:extLst>
              <a:ext uri="{FF2B5EF4-FFF2-40B4-BE49-F238E27FC236}">
                <a16:creationId xmlns:a16="http://schemas.microsoft.com/office/drawing/2014/main" id="{52FC9E0C-2EFB-3F2C-9203-1406C30CE384}"/>
              </a:ext>
            </a:extLst>
          </p:cNvPr>
          <p:cNvSpPr/>
          <p:nvPr/>
        </p:nvSpPr>
        <p:spPr>
          <a:xfrm>
            <a:off x="3611880" y="5120639"/>
            <a:ext cx="4663440" cy="33147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2EF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en-PH" sz="1600">
              <a:solidFill>
                <a:schemeClr val="bg1"/>
              </a:solidFill>
              <a:latin typeface="Aptos" panose="020B0004020202020204" pitchFamily="34" charset="0"/>
            </a:endParaRPr>
          </a:p>
        </p:txBody>
      </p:sp>
      <p:sp>
        <p:nvSpPr>
          <p:cNvPr id="78" name="Text 34">
            <a:extLst>
              <a:ext uri="{FF2B5EF4-FFF2-40B4-BE49-F238E27FC236}">
                <a16:creationId xmlns:a16="http://schemas.microsoft.com/office/drawing/2014/main" id="{F477F6A4-A7CF-C88D-6366-9AEC09ED0BBA}"/>
              </a:ext>
            </a:extLst>
          </p:cNvPr>
          <p:cNvSpPr/>
          <p:nvPr/>
        </p:nvSpPr>
        <p:spPr>
          <a:xfrm>
            <a:off x="3657600" y="5212079"/>
            <a:ext cx="4572000" cy="22174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1600" dirty="0">
                <a:solidFill>
                  <a:schemeClr val="bg1"/>
                </a:solidFill>
                <a:latin typeface="Aptos" panose="020B0004020202020204" pitchFamily="34" charset="0"/>
                <a:ea typeface="Arial" pitchFamily="34" charset="-122"/>
                <a:cs typeface="Arial" pitchFamily="34" charset="-120"/>
              </a:rPr>
              <a:t>PR-AUC 0.1654 to 0.1476; mixed fairness</a:t>
            </a:r>
            <a:endParaRPr lang="en-US" sz="1600" dirty="0">
              <a:solidFill>
                <a:schemeClr val="bg1"/>
              </a:solidFill>
              <a:latin typeface="Aptos" panose="020B0004020202020204" pitchFamily="34" charset="0"/>
            </a:endParaRPr>
          </a:p>
        </p:txBody>
      </p:sp>
      <p:sp>
        <p:nvSpPr>
          <p:cNvPr id="80" name="Shape 35">
            <a:extLst>
              <a:ext uri="{FF2B5EF4-FFF2-40B4-BE49-F238E27FC236}">
                <a16:creationId xmlns:a16="http://schemas.microsoft.com/office/drawing/2014/main" id="{8E68196B-C15D-1E58-8359-83C6DB446F62}"/>
              </a:ext>
            </a:extLst>
          </p:cNvPr>
          <p:cNvSpPr/>
          <p:nvPr/>
        </p:nvSpPr>
        <p:spPr>
          <a:xfrm>
            <a:off x="8275320" y="5120639"/>
            <a:ext cx="2971800" cy="33147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2EF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en-PH" sz="1600">
              <a:solidFill>
                <a:schemeClr val="bg1"/>
              </a:solidFill>
              <a:latin typeface="Aptos" panose="020B0004020202020204" pitchFamily="34" charset="0"/>
            </a:endParaRPr>
          </a:p>
        </p:txBody>
      </p:sp>
      <p:sp>
        <p:nvSpPr>
          <p:cNvPr id="82" name="Text 36">
            <a:extLst>
              <a:ext uri="{FF2B5EF4-FFF2-40B4-BE49-F238E27FC236}">
                <a16:creationId xmlns:a16="http://schemas.microsoft.com/office/drawing/2014/main" id="{82A8A79A-CA28-9F08-5274-8429A18D84D5}"/>
              </a:ext>
            </a:extLst>
          </p:cNvPr>
          <p:cNvSpPr/>
          <p:nvPr/>
        </p:nvSpPr>
        <p:spPr>
          <a:xfrm>
            <a:off x="8321040" y="5212079"/>
            <a:ext cx="2880360" cy="22174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1600" dirty="0">
                <a:solidFill>
                  <a:schemeClr val="bg1"/>
                </a:solidFill>
                <a:latin typeface="Aptos" panose="020B0004020202020204" pitchFamily="34" charset="0"/>
                <a:ea typeface="Arial" pitchFamily="34" charset="-122"/>
                <a:cs typeface="Arial" pitchFamily="34" charset="-120"/>
              </a:rPr>
              <a:t>Do not adopt as-is</a:t>
            </a:r>
            <a:endParaRPr lang="en-US" sz="1600" dirty="0">
              <a:solidFill>
                <a:schemeClr val="bg1"/>
              </a:solidFill>
              <a:latin typeface="Aptos" panose="020B0004020202020204" pitchFamily="34" charset="0"/>
            </a:endParaRPr>
          </a:p>
        </p:txBody>
      </p:sp>
      <p:sp>
        <p:nvSpPr>
          <p:cNvPr id="84" name="Shape 37">
            <a:extLst>
              <a:ext uri="{FF2B5EF4-FFF2-40B4-BE49-F238E27FC236}">
                <a16:creationId xmlns:a16="http://schemas.microsoft.com/office/drawing/2014/main" id="{F9472332-0190-0974-D90B-BEAC389C3FF8}"/>
              </a:ext>
            </a:extLst>
          </p:cNvPr>
          <p:cNvSpPr/>
          <p:nvPr/>
        </p:nvSpPr>
        <p:spPr>
          <a:xfrm>
            <a:off x="685800" y="5452108"/>
            <a:ext cx="2926080" cy="570485"/>
          </a:xfrm>
          <a:prstGeom prst="rect">
            <a:avLst/>
          </a:prstGeom>
          <a:solidFill>
            <a:srgbClr val="FFFFFF"/>
          </a:solidFill>
          <a:ln w="12700">
            <a:solidFill>
              <a:srgbClr val="D8E2EF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en-PH" sz="1600">
              <a:solidFill>
                <a:schemeClr val="bg1"/>
              </a:solidFill>
              <a:latin typeface="Aptos" panose="020B0004020202020204" pitchFamily="34" charset="0"/>
            </a:endParaRPr>
          </a:p>
        </p:txBody>
      </p:sp>
      <p:sp>
        <p:nvSpPr>
          <p:cNvPr id="86" name="Text 38">
            <a:extLst>
              <a:ext uri="{FF2B5EF4-FFF2-40B4-BE49-F238E27FC236}">
                <a16:creationId xmlns:a16="http://schemas.microsoft.com/office/drawing/2014/main" id="{57A32454-AB4D-3FF8-8578-E6CC8624E94F}"/>
              </a:ext>
            </a:extLst>
          </p:cNvPr>
          <p:cNvSpPr/>
          <p:nvPr/>
        </p:nvSpPr>
        <p:spPr>
          <a:xfrm>
            <a:off x="731520" y="5543549"/>
            <a:ext cx="2834640" cy="22174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1600" dirty="0">
                <a:solidFill>
                  <a:schemeClr val="bg1"/>
                </a:solidFill>
                <a:latin typeface="Aptos" panose="020B0004020202020204" pitchFamily="34" charset="0"/>
                <a:ea typeface="Arial" pitchFamily="34" charset="-122"/>
                <a:cs typeface="Arial" pitchFamily="34" charset="-120"/>
              </a:rPr>
              <a:t>Threshold scenarios</a:t>
            </a:r>
            <a:endParaRPr lang="en-US" sz="1600" dirty="0">
              <a:solidFill>
                <a:schemeClr val="bg1"/>
              </a:solidFill>
              <a:latin typeface="Aptos" panose="020B0004020202020204" pitchFamily="34" charset="0"/>
            </a:endParaRPr>
          </a:p>
        </p:txBody>
      </p:sp>
      <p:sp>
        <p:nvSpPr>
          <p:cNvPr id="88" name="Shape 39">
            <a:extLst>
              <a:ext uri="{FF2B5EF4-FFF2-40B4-BE49-F238E27FC236}">
                <a16:creationId xmlns:a16="http://schemas.microsoft.com/office/drawing/2014/main" id="{200FC704-B35C-4C27-E369-19282B1D8FB2}"/>
              </a:ext>
            </a:extLst>
          </p:cNvPr>
          <p:cNvSpPr/>
          <p:nvPr/>
        </p:nvSpPr>
        <p:spPr>
          <a:xfrm>
            <a:off x="3611880" y="5452109"/>
            <a:ext cx="4663440" cy="570484"/>
          </a:xfrm>
          <a:prstGeom prst="rect">
            <a:avLst/>
          </a:prstGeom>
          <a:solidFill>
            <a:srgbClr val="FFFFFF"/>
          </a:solidFill>
          <a:ln w="12700">
            <a:solidFill>
              <a:srgbClr val="D8E2EF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en-PH" sz="1600">
              <a:solidFill>
                <a:schemeClr val="bg1"/>
              </a:solidFill>
              <a:latin typeface="Aptos" panose="020B0004020202020204" pitchFamily="34" charset="0"/>
            </a:endParaRPr>
          </a:p>
        </p:txBody>
      </p:sp>
      <p:sp>
        <p:nvSpPr>
          <p:cNvPr id="90" name="Text 40">
            <a:extLst>
              <a:ext uri="{FF2B5EF4-FFF2-40B4-BE49-F238E27FC236}">
                <a16:creationId xmlns:a16="http://schemas.microsoft.com/office/drawing/2014/main" id="{FFB704E4-F187-406E-AB62-BE0385D1EDDF}"/>
              </a:ext>
            </a:extLst>
          </p:cNvPr>
          <p:cNvSpPr/>
          <p:nvPr/>
        </p:nvSpPr>
        <p:spPr>
          <a:xfrm>
            <a:off x="3657600" y="5543548"/>
            <a:ext cx="4572000" cy="43332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1600" dirty="0">
                <a:solidFill>
                  <a:schemeClr val="bg1"/>
                </a:solidFill>
                <a:latin typeface="Aptos" panose="020B0004020202020204" pitchFamily="34" charset="0"/>
                <a:ea typeface="Arial" pitchFamily="34" charset="-122"/>
                <a:cs typeface="Arial" pitchFamily="34" charset="-120"/>
              </a:rPr>
              <a:t>10% review gave best net benefit; 15% improved some fairness</a:t>
            </a:r>
            <a:endParaRPr lang="en-US" sz="1600" dirty="0">
              <a:solidFill>
                <a:schemeClr val="bg1"/>
              </a:solidFill>
              <a:latin typeface="Aptos" panose="020B0004020202020204" pitchFamily="34" charset="0"/>
            </a:endParaRPr>
          </a:p>
        </p:txBody>
      </p:sp>
      <p:sp>
        <p:nvSpPr>
          <p:cNvPr id="92" name="Shape 41">
            <a:extLst>
              <a:ext uri="{FF2B5EF4-FFF2-40B4-BE49-F238E27FC236}">
                <a16:creationId xmlns:a16="http://schemas.microsoft.com/office/drawing/2014/main" id="{1F338FFD-985F-A1EF-C404-1B40B93F91E0}"/>
              </a:ext>
            </a:extLst>
          </p:cNvPr>
          <p:cNvSpPr/>
          <p:nvPr/>
        </p:nvSpPr>
        <p:spPr>
          <a:xfrm>
            <a:off x="8275320" y="5452109"/>
            <a:ext cx="2971800" cy="570484"/>
          </a:xfrm>
          <a:prstGeom prst="rect">
            <a:avLst/>
          </a:prstGeom>
          <a:solidFill>
            <a:srgbClr val="FFFFFF"/>
          </a:solidFill>
          <a:ln w="12700">
            <a:solidFill>
              <a:srgbClr val="D8E2EF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en-PH" sz="1600">
              <a:solidFill>
                <a:schemeClr val="bg1"/>
              </a:solidFill>
              <a:latin typeface="Aptos" panose="020B0004020202020204" pitchFamily="34" charset="0"/>
            </a:endParaRPr>
          </a:p>
        </p:txBody>
      </p:sp>
      <p:sp>
        <p:nvSpPr>
          <p:cNvPr id="94" name="Text 42">
            <a:extLst>
              <a:ext uri="{FF2B5EF4-FFF2-40B4-BE49-F238E27FC236}">
                <a16:creationId xmlns:a16="http://schemas.microsoft.com/office/drawing/2014/main" id="{29C0378E-D359-7B9A-3221-C6D238CDB5EB}"/>
              </a:ext>
            </a:extLst>
          </p:cNvPr>
          <p:cNvSpPr/>
          <p:nvPr/>
        </p:nvSpPr>
        <p:spPr>
          <a:xfrm>
            <a:off x="8321040" y="5543549"/>
            <a:ext cx="2880360" cy="22174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1600" dirty="0">
                <a:solidFill>
                  <a:schemeClr val="bg1"/>
                </a:solidFill>
                <a:latin typeface="Aptos" panose="020B0004020202020204" pitchFamily="34" charset="0"/>
                <a:ea typeface="Arial" pitchFamily="34" charset="-122"/>
                <a:cs typeface="Arial" pitchFamily="34" charset="-120"/>
              </a:rPr>
              <a:t>Governance decision</a:t>
            </a:r>
            <a:endParaRPr lang="en-US" sz="1600" dirty="0">
              <a:solidFill>
                <a:schemeClr val="bg1"/>
              </a:solidFill>
              <a:latin typeface="Aptos" panose="020B0004020202020204" pitchFamily="34" charset="0"/>
            </a:endParaRPr>
          </a:p>
        </p:txBody>
      </p:sp>
      <p:sp>
        <p:nvSpPr>
          <p:cNvPr id="3" name="Shape 5">
            <a:extLst>
              <a:ext uri="{FF2B5EF4-FFF2-40B4-BE49-F238E27FC236}">
                <a16:creationId xmlns:a16="http://schemas.microsoft.com/office/drawing/2014/main" id="{D0F7AC7E-17C3-397E-CEA0-8136CE67872D}"/>
              </a:ext>
            </a:extLst>
          </p:cNvPr>
          <p:cNvSpPr/>
          <p:nvPr/>
        </p:nvSpPr>
        <p:spPr>
          <a:xfrm>
            <a:off x="703799" y="1859646"/>
            <a:ext cx="685800" cy="685800"/>
          </a:xfrm>
          <a:prstGeom prst="ellipse">
            <a:avLst/>
          </a:prstGeom>
          <a:solidFill>
            <a:srgbClr val="00B050"/>
          </a:solidFill>
          <a:ln w="12700">
            <a:solidFill>
              <a:srgbClr val="00B050"/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6" name="Text 6">
            <a:extLst>
              <a:ext uri="{FF2B5EF4-FFF2-40B4-BE49-F238E27FC236}">
                <a16:creationId xmlns:a16="http://schemas.microsoft.com/office/drawing/2014/main" id="{6473EA00-4F1E-930E-31C5-AAB5264A07FE}"/>
              </a:ext>
            </a:extLst>
          </p:cNvPr>
          <p:cNvSpPr/>
          <p:nvPr/>
        </p:nvSpPr>
        <p:spPr>
          <a:xfrm>
            <a:off x="703799" y="1969374"/>
            <a:ext cx="685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800" dirty="0"/>
          </a:p>
        </p:txBody>
      </p:sp>
      <p:sp>
        <p:nvSpPr>
          <p:cNvPr id="10" name="Shape 10">
            <a:extLst>
              <a:ext uri="{FF2B5EF4-FFF2-40B4-BE49-F238E27FC236}">
                <a16:creationId xmlns:a16="http://schemas.microsoft.com/office/drawing/2014/main" id="{F219E5B3-82C0-BECD-CD0F-02FB50A6CC99}"/>
              </a:ext>
            </a:extLst>
          </p:cNvPr>
          <p:cNvSpPr/>
          <p:nvPr/>
        </p:nvSpPr>
        <p:spPr>
          <a:xfrm>
            <a:off x="4452839" y="1859646"/>
            <a:ext cx="685800" cy="685800"/>
          </a:xfrm>
          <a:prstGeom prst="ellipse">
            <a:avLst/>
          </a:prstGeom>
          <a:solidFill>
            <a:schemeClr val="accent6">
              <a:lumMod val="40000"/>
              <a:lumOff val="60000"/>
            </a:schemeClr>
          </a:solidFill>
          <a:ln w="12700">
            <a:solidFill>
              <a:schemeClr val="accent6">
                <a:lumMod val="40000"/>
                <a:lumOff val="60000"/>
              </a:schemeClr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14" name="Text 11">
            <a:extLst>
              <a:ext uri="{FF2B5EF4-FFF2-40B4-BE49-F238E27FC236}">
                <a16:creationId xmlns:a16="http://schemas.microsoft.com/office/drawing/2014/main" id="{8FA56D61-D698-2C6C-5335-F954979E3527}"/>
              </a:ext>
            </a:extLst>
          </p:cNvPr>
          <p:cNvSpPr/>
          <p:nvPr/>
        </p:nvSpPr>
        <p:spPr>
          <a:xfrm>
            <a:off x="4452839" y="1969374"/>
            <a:ext cx="685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ysClr val="windowText" lastClr="0000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800" dirty="0">
              <a:solidFill>
                <a:sysClr val="windowText" lastClr="000000"/>
              </a:solidFill>
            </a:endParaRPr>
          </a:p>
        </p:txBody>
      </p:sp>
      <p:sp>
        <p:nvSpPr>
          <p:cNvPr id="17" name="Shape 15">
            <a:extLst>
              <a:ext uri="{FF2B5EF4-FFF2-40B4-BE49-F238E27FC236}">
                <a16:creationId xmlns:a16="http://schemas.microsoft.com/office/drawing/2014/main" id="{F6230FA5-87D7-53FE-F54E-15ED0DB6602A}"/>
              </a:ext>
            </a:extLst>
          </p:cNvPr>
          <p:cNvSpPr/>
          <p:nvPr/>
        </p:nvSpPr>
        <p:spPr>
          <a:xfrm>
            <a:off x="8071248" y="1859646"/>
            <a:ext cx="685800" cy="685800"/>
          </a:xfrm>
          <a:prstGeom prst="ellipse">
            <a:avLst/>
          </a:prstGeom>
          <a:solidFill>
            <a:srgbClr val="7030A0"/>
          </a:solidFill>
          <a:ln w="12700">
            <a:solidFill>
              <a:srgbClr val="7030A0"/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20" name="Text 16">
            <a:extLst>
              <a:ext uri="{FF2B5EF4-FFF2-40B4-BE49-F238E27FC236}">
                <a16:creationId xmlns:a16="http://schemas.microsoft.com/office/drawing/2014/main" id="{7716047F-7924-EF3B-8FAE-28047BE5F196}"/>
              </a:ext>
            </a:extLst>
          </p:cNvPr>
          <p:cNvSpPr/>
          <p:nvPr/>
        </p:nvSpPr>
        <p:spPr>
          <a:xfrm>
            <a:off x="8071248" y="1969374"/>
            <a:ext cx="685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18308520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7E5F4A4-0868-9E7E-2DDF-E37732D0F7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F72F717B-6A1B-A1EC-10BB-65E81B6261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3" name="Text 2">
            <a:extLst>
              <a:ext uri="{FF2B5EF4-FFF2-40B4-BE49-F238E27FC236}">
                <a16:creationId xmlns:a16="http://schemas.microsoft.com/office/drawing/2014/main" id="{36F21F30-C34A-7BBF-6A9E-0F0D81339FED}"/>
              </a:ext>
            </a:extLst>
          </p:cNvPr>
          <p:cNvSpPr/>
          <p:nvPr/>
        </p:nvSpPr>
        <p:spPr>
          <a:xfrm>
            <a:off x="360274" y="6371336"/>
            <a:ext cx="6217920" cy="440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>
                    <a:lumMod val="85000"/>
                  </a:schemeClr>
                </a:solidFill>
                <a:latin typeface="Aptos" panose="020B0004020202020204" pitchFamily="34" charset="0"/>
                <a:ea typeface="Arial" pitchFamily="34" charset="-122"/>
                <a:cs typeface="Arial" pitchFamily="34" charset="-120"/>
              </a:rPr>
              <a:t>Bank Account Fraud Detection | Technical Presentation</a:t>
            </a:r>
            <a:endParaRPr lang="en-US" sz="1400" dirty="0">
              <a:solidFill>
                <a:schemeClr val="tx1">
                  <a:lumMod val="85000"/>
                </a:schemeClr>
              </a:solidFill>
              <a:latin typeface="Aptos" panose="020B0004020202020204" pitchFamily="34" charset="0"/>
            </a:endParaRPr>
          </a:p>
        </p:txBody>
      </p:sp>
      <p:sp>
        <p:nvSpPr>
          <p:cNvPr id="6" name="Text 0">
            <a:extLst>
              <a:ext uri="{FF2B5EF4-FFF2-40B4-BE49-F238E27FC236}">
                <a16:creationId xmlns:a16="http://schemas.microsoft.com/office/drawing/2014/main" id="{D06E90C2-83C5-1C17-8A73-52E0E4388CE8}"/>
              </a:ext>
            </a:extLst>
          </p:cNvPr>
          <p:cNvSpPr/>
          <p:nvPr/>
        </p:nvSpPr>
        <p:spPr>
          <a:xfrm>
            <a:off x="566928" y="411480"/>
            <a:ext cx="10515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tx1">
                    <a:lumMod val="95000"/>
                  </a:schemeClr>
                </a:solidFill>
                <a:latin typeface="Aptos" panose="020B0004020202020204" pitchFamily="34" charset="0"/>
                <a:ea typeface="Arial" pitchFamily="34" charset="-122"/>
                <a:cs typeface="Arial" pitchFamily="34" charset="-120"/>
              </a:rPr>
              <a:t>07  ·  BUSINESS  KPI  VALIDATION</a:t>
            </a:r>
            <a:endParaRPr lang="en-US" sz="2000" dirty="0">
              <a:solidFill>
                <a:schemeClr val="tx1">
                  <a:lumMod val="95000"/>
                </a:schemeClr>
              </a:solidFill>
              <a:latin typeface="Aptos" panose="020B0004020202020204" pitchFamily="34" charset="0"/>
            </a:endParaRPr>
          </a:p>
        </p:txBody>
      </p:sp>
      <p:sp>
        <p:nvSpPr>
          <p:cNvPr id="10" name="Text 1">
            <a:extLst>
              <a:ext uri="{FF2B5EF4-FFF2-40B4-BE49-F238E27FC236}">
                <a16:creationId xmlns:a16="http://schemas.microsoft.com/office/drawing/2014/main" id="{B4C23157-A0E5-AAA2-B92E-3BBEC01AA994}"/>
              </a:ext>
            </a:extLst>
          </p:cNvPr>
          <p:cNvSpPr/>
          <p:nvPr/>
        </p:nvSpPr>
        <p:spPr>
          <a:xfrm>
            <a:off x="566928" y="786384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chemeClr val="accent6">
                    <a:lumMod val="60000"/>
                    <a:lumOff val="40000"/>
                  </a:schemeClr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From Model Score to Review Queue</a:t>
            </a:r>
            <a:endParaRPr lang="en-US" sz="28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13" name="Shape 4">
            <a:extLst>
              <a:ext uri="{FF2B5EF4-FFF2-40B4-BE49-F238E27FC236}">
                <a16:creationId xmlns:a16="http://schemas.microsoft.com/office/drawing/2014/main" id="{A3602E2F-B446-24C7-E19F-47ED114EEE24}"/>
              </a:ext>
            </a:extLst>
          </p:cNvPr>
          <p:cNvSpPr/>
          <p:nvPr/>
        </p:nvSpPr>
        <p:spPr>
          <a:xfrm>
            <a:off x="685800" y="1943103"/>
            <a:ext cx="4754880" cy="2286000"/>
          </a:xfrm>
          <a:prstGeom prst="rect">
            <a:avLst/>
          </a:prstGeom>
          <a:solidFill>
            <a:srgbClr val="DCEAF8"/>
          </a:solidFill>
          <a:ln w="12700">
            <a:solidFill>
              <a:srgbClr val="DCEAF8"/>
            </a:solidFill>
            <a:prstDash val="solid"/>
          </a:ln>
        </p:spPr>
        <p:txBody>
          <a:bodyPr/>
          <a:lstStyle/>
          <a:p>
            <a:endParaRPr lang="en-PH" sz="1600" b="1">
              <a:solidFill>
                <a:schemeClr val="bg1"/>
              </a:solidFill>
              <a:latin typeface="Aptos" panose="020B0004020202020204" pitchFamily="34" charset="0"/>
            </a:endParaRPr>
          </a:p>
        </p:txBody>
      </p:sp>
      <p:sp>
        <p:nvSpPr>
          <p:cNvPr id="16" name="Text 5">
            <a:extLst>
              <a:ext uri="{FF2B5EF4-FFF2-40B4-BE49-F238E27FC236}">
                <a16:creationId xmlns:a16="http://schemas.microsoft.com/office/drawing/2014/main" id="{EFEC4A6A-5C82-568B-62BE-82FE509582EC}"/>
              </a:ext>
            </a:extLst>
          </p:cNvPr>
          <p:cNvSpPr/>
          <p:nvPr/>
        </p:nvSpPr>
        <p:spPr>
          <a:xfrm>
            <a:off x="622881" y="1601836"/>
            <a:ext cx="4754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FFC000"/>
                </a:solidFill>
                <a:latin typeface="Aptos" panose="020B0004020202020204" pitchFamily="34" charset="0"/>
                <a:ea typeface="Arial" pitchFamily="34" charset="-122"/>
                <a:cs typeface="Arial" pitchFamily="34" charset="-120"/>
              </a:rPr>
              <a:t>Fraud captured within 10% review capacity</a:t>
            </a:r>
            <a:endParaRPr lang="en-US" b="1" dirty="0">
              <a:solidFill>
                <a:srgbClr val="FFC000"/>
              </a:solidFill>
              <a:latin typeface="Aptos" panose="020B0004020202020204" pitchFamily="34" charset="0"/>
            </a:endParaRPr>
          </a:p>
        </p:txBody>
      </p:sp>
      <p:sp>
        <p:nvSpPr>
          <p:cNvPr id="18" name="Shape 6">
            <a:extLst>
              <a:ext uri="{FF2B5EF4-FFF2-40B4-BE49-F238E27FC236}">
                <a16:creationId xmlns:a16="http://schemas.microsoft.com/office/drawing/2014/main" id="{D7830DA7-3D6A-B060-2E0A-CD772ED790AF}"/>
              </a:ext>
            </a:extLst>
          </p:cNvPr>
          <p:cNvSpPr/>
          <p:nvPr/>
        </p:nvSpPr>
        <p:spPr>
          <a:xfrm>
            <a:off x="1256386" y="3527790"/>
            <a:ext cx="1236269" cy="211455"/>
          </a:xfrm>
          <a:prstGeom prst="rect">
            <a:avLst/>
          </a:prstGeom>
          <a:solidFill>
            <a:srgbClr val="93B2D7"/>
          </a:solidFill>
          <a:ln w="12700">
            <a:solidFill>
              <a:srgbClr val="93B2D7"/>
            </a:solidFill>
            <a:prstDash val="solid"/>
          </a:ln>
        </p:spPr>
        <p:txBody>
          <a:bodyPr/>
          <a:lstStyle/>
          <a:p>
            <a:endParaRPr lang="en-PH" sz="1600">
              <a:solidFill>
                <a:schemeClr val="bg1"/>
              </a:solidFill>
              <a:latin typeface="Aptos" panose="020B0004020202020204" pitchFamily="34" charset="0"/>
            </a:endParaRPr>
          </a:p>
        </p:txBody>
      </p:sp>
      <p:sp>
        <p:nvSpPr>
          <p:cNvPr id="20" name="Text 7">
            <a:extLst>
              <a:ext uri="{FF2B5EF4-FFF2-40B4-BE49-F238E27FC236}">
                <a16:creationId xmlns:a16="http://schemas.microsoft.com/office/drawing/2014/main" id="{28E1EC26-F3CC-59F4-E989-B4C485D6309F}"/>
              </a:ext>
            </a:extLst>
          </p:cNvPr>
          <p:cNvSpPr/>
          <p:nvPr/>
        </p:nvSpPr>
        <p:spPr>
          <a:xfrm>
            <a:off x="1073506" y="3812397"/>
            <a:ext cx="160202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  <a:latin typeface="Aptos" panose="020B0004020202020204" pitchFamily="34" charset="0"/>
                <a:ea typeface="Arial" pitchFamily="34" charset="-122"/>
                <a:cs typeface="Arial" pitchFamily="34" charset="-120"/>
              </a:rPr>
              <a:t>Random review</a:t>
            </a:r>
            <a:endParaRPr lang="en-US" sz="1600" b="1" dirty="0">
              <a:solidFill>
                <a:schemeClr val="bg1"/>
              </a:solidFill>
              <a:latin typeface="Aptos" panose="020B0004020202020204" pitchFamily="34" charset="0"/>
            </a:endParaRPr>
          </a:p>
        </p:txBody>
      </p:sp>
      <p:sp>
        <p:nvSpPr>
          <p:cNvPr id="22" name="Text 8">
            <a:extLst>
              <a:ext uri="{FF2B5EF4-FFF2-40B4-BE49-F238E27FC236}">
                <a16:creationId xmlns:a16="http://schemas.microsoft.com/office/drawing/2014/main" id="{9FA6E988-EA74-7DB3-C5FC-1308FB3AD0F4}"/>
              </a:ext>
            </a:extLst>
          </p:cNvPr>
          <p:cNvSpPr/>
          <p:nvPr/>
        </p:nvSpPr>
        <p:spPr>
          <a:xfrm>
            <a:off x="1091794" y="3271758"/>
            <a:ext cx="1565453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chemeClr val="bg1"/>
                </a:solidFill>
                <a:latin typeface="Aptos" panose="020B0004020202020204" pitchFamily="34" charset="0"/>
                <a:ea typeface="Arial" pitchFamily="34" charset="-122"/>
                <a:cs typeface="Arial" pitchFamily="34" charset="-120"/>
              </a:rPr>
              <a:t>10%</a:t>
            </a:r>
            <a:endParaRPr lang="en-US" sz="1600" dirty="0">
              <a:solidFill>
                <a:schemeClr val="bg1"/>
              </a:solidFill>
              <a:latin typeface="Aptos" panose="020B0004020202020204" pitchFamily="34" charset="0"/>
            </a:endParaRPr>
          </a:p>
        </p:txBody>
      </p:sp>
      <p:sp>
        <p:nvSpPr>
          <p:cNvPr id="24" name="Shape 9">
            <a:extLst>
              <a:ext uri="{FF2B5EF4-FFF2-40B4-BE49-F238E27FC236}">
                <a16:creationId xmlns:a16="http://schemas.microsoft.com/office/drawing/2014/main" id="{A89F5B1C-7BEB-5487-2F78-919895732531}"/>
              </a:ext>
            </a:extLst>
          </p:cNvPr>
          <p:cNvSpPr/>
          <p:nvPr/>
        </p:nvSpPr>
        <p:spPr>
          <a:xfrm>
            <a:off x="3633826" y="2322074"/>
            <a:ext cx="1236269" cy="1417171"/>
          </a:xfrm>
          <a:prstGeom prst="rect">
            <a:avLst/>
          </a:prstGeom>
          <a:solidFill>
            <a:srgbClr val="0E55A7"/>
          </a:solidFill>
          <a:ln w="12700">
            <a:solidFill>
              <a:srgbClr val="0E55A7"/>
            </a:solidFill>
            <a:prstDash val="solid"/>
          </a:ln>
        </p:spPr>
        <p:txBody>
          <a:bodyPr/>
          <a:lstStyle/>
          <a:p>
            <a:endParaRPr lang="en-PH" sz="1600">
              <a:solidFill>
                <a:schemeClr val="bg1"/>
              </a:solidFill>
              <a:latin typeface="Aptos" panose="020B0004020202020204" pitchFamily="34" charset="0"/>
            </a:endParaRPr>
          </a:p>
        </p:txBody>
      </p:sp>
      <p:sp>
        <p:nvSpPr>
          <p:cNvPr id="26" name="Text 10">
            <a:extLst>
              <a:ext uri="{FF2B5EF4-FFF2-40B4-BE49-F238E27FC236}">
                <a16:creationId xmlns:a16="http://schemas.microsoft.com/office/drawing/2014/main" id="{E1D9B4B5-9D02-B8C2-DBDC-E3D1E72DA670}"/>
              </a:ext>
            </a:extLst>
          </p:cNvPr>
          <p:cNvSpPr/>
          <p:nvPr/>
        </p:nvSpPr>
        <p:spPr>
          <a:xfrm>
            <a:off x="3450946" y="3812397"/>
            <a:ext cx="160202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  <a:latin typeface="Aptos" panose="020B0004020202020204" pitchFamily="34" charset="0"/>
                <a:ea typeface="Arial" pitchFamily="34" charset="-122"/>
                <a:cs typeface="Arial" pitchFamily="34" charset="-120"/>
              </a:rPr>
              <a:t>Model top 10%</a:t>
            </a:r>
            <a:endParaRPr lang="en-US" sz="1600" b="1" dirty="0">
              <a:solidFill>
                <a:schemeClr val="bg1"/>
              </a:solidFill>
              <a:latin typeface="Aptos" panose="020B0004020202020204" pitchFamily="34" charset="0"/>
            </a:endParaRPr>
          </a:p>
        </p:txBody>
      </p:sp>
      <p:sp>
        <p:nvSpPr>
          <p:cNvPr id="28" name="Text 11">
            <a:extLst>
              <a:ext uri="{FF2B5EF4-FFF2-40B4-BE49-F238E27FC236}">
                <a16:creationId xmlns:a16="http://schemas.microsoft.com/office/drawing/2014/main" id="{FB07BA7B-F69F-D1A0-DC5F-164EDEE394D9}"/>
              </a:ext>
            </a:extLst>
          </p:cNvPr>
          <p:cNvSpPr/>
          <p:nvPr/>
        </p:nvSpPr>
        <p:spPr>
          <a:xfrm>
            <a:off x="3469234" y="2066042"/>
            <a:ext cx="1565453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chemeClr val="bg1"/>
                </a:solidFill>
                <a:latin typeface="Aptos" panose="020B0004020202020204" pitchFamily="34" charset="0"/>
                <a:ea typeface="Arial" pitchFamily="34" charset="-122"/>
                <a:cs typeface="Arial" pitchFamily="34" charset="-120"/>
              </a:rPr>
              <a:t>67.02%</a:t>
            </a:r>
            <a:endParaRPr lang="en-US" sz="1600" dirty="0">
              <a:solidFill>
                <a:schemeClr val="bg1"/>
              </a:solidFill>
              <a:latin typeface="Aptos" panose="020B0004020202020204" pitchFamily="34" charset="0"/>
            </a:endParaRPr>
          </a:p>
        </p:txBody>
      </p:sp>
      <p:sp>
        <p:nvSpPr>
          <p:cNvPr id="30" name="Shape 12">
            <a:extLst>
              <a:ext uri="{FF2B5EF4-FFF2-40B4-BE49-F238E27FC236}">
                <a16:creationId xmlns:a16="http://schemas.microsoft.com/office/drawing/2014/main" id="{F82A94F5-8930-90F9-2F77-EE2285AC1738}"/>
              </a:ext>
            </a:extLst>
          </p:cNvPr>
          <p:cNvSpPr/>
          <p:nvPr/>
        </p:nvSpPr>
        <p:spPr>
          <a:xfrm>
            <a:off x="6080760" y="1823580"/>
            <a:ext cx="2286000" cy="1097280"/>
          </a:xfrm>
          <a:prstGeom prst="roundRect">
            <a:avLst>
              <a:gd name="adj" fmla="val 6667"/>
            </a:avLst>
          </a:prstGeom>
          <a:solidFill>
            <a:srgbClr val="0E55A7"/>
          </a:solidFill>
          <a:ln w="12700">
            <a:solidFill>
              <a:srgbClr val="0E55A7"/>
            </a:solidFill>
            <a:prstDash val="solid"/>
          </a:ln>
          <a:effectLst>
            <a:outerShdw blurRad="25400" dist="50800" dir="16200000" algn="bl" rotWithShape="0">
              <a:srgbClr val="C7D6E7">
                <a:alpha val="18000"/>
              </a:srgbClr>
            </a:outerShdw>
          </a:effectLst>
        </p:spPr>
        <p:txBody>
          <a:bodyPr/>
          <a:lstStyle/>
          <a:p>
            <a:endParaRPr lang="en-PH">
              <a:solidFill>
                <a:srgbClr val="FFFF00"/>
              </a:solidFill>
            </a:endParaRPr>
          </a:p>
        </p:txBody>
      </p:sp>
      <p:sp>
        <p:nvSpPr>
          <p:cNvPr id="32" name="Text 13">
            <a:extLst>
              <a:ext uri="{FF2B5EF4-FFF2-40B4-BE49-F238E27FC236}">
                <a16:creationId xmlns:a16="http://schemas.microsoft.com/office/drawing/2014/main" id="{29D5C3AE-0FFD-1A9F-AD37-FABE4E47C887}"/>
              </a:ext>
            </a:extLst>
          </p:cNvPr>
          <p:cNvSpPr/>
          <p:nvPr/>
        </p:nvSpPr>
        <p:spPr>
          <a:xfrm>
            <a:off x="6281928" y="1856232"/>
            <a:ext cx="18836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600" b="1" dirty="0">
                <a:latin typeface="Georgia" pitchFamily="34" charset="0"/>
                <a:ea typeface="Georgia" pitchFamily="34" charset="-122"/>
                <a:cs typeface="Georgia" pitchFamily="34" charset="-120"/>
              </a:rPr>
              <a:t>9.88%</a:t>
            </a:r>
            <a:endParaRPr lang="en-US" sz="2600" dirty="0"/>
          </a:p>
        </p:txBody>
      </p:sp>
      <p:sp>
        <p:nvSpPr>
          <p:cNvPr id="34" name="Text 14">
            <a:extLst>
              <a:ext uri="{FF2B5EF4-FFF2-40B4-BE49-F238E27FC236}">
                <a16:creationId xmlns:a16="http://schemas.microsoft.com/office/drawing/2014/main" id="{3015AA5F-3D89-EB06-2B2B-67875522591C}"/>
              </a:ext>
            </a:extLst>
          </p:cNvPr>
          <p:cNvSpPr/>
          <p:nvPr/>
        </p:nvSpPr>
        <p:spPr>
          <a:xfrm>
            <a:off x="6309360" y="2316698"/>
            <a:ext cx="1874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FFC000"/>
                </a:solidFill>
                <a:latin typeface="Aptos" panose="020B0004020202020204" pitchFamily="34" charset="0"/>
                <a:ea typeface="Arial" pitchFamily="34" charset="-122"/>
                <a:cs typeface="Arial" pitchFamily="34" charset="-120"/>
              </a:rPr>
              <a:t>Review queue precision</a:t>
            </a:r>
            <a:endParaRPr lang="en-US" sz="1600" b="1" dirty="0">
              <a:solidFill>
                <a:srgbClr val="FFC000"/>
              </a:solidFill>
              <a:latin typeface="Aptos" panose="020B0004020202020204" pitchFamily="34" charset="0"/>
            </a:endParaRPr>
          </a:p>
        </p:txBody>
      </p:sp>
      <p:sp>
        <p:nvSpPr>
          <p:cNvPr id="36" name="Shape 15">
            <a:extLst>
              <a:ext uri="{FF2B5EF4-FFF2-40B4-BE49-F238E27FC236}">
                <a16:creationId xmlns:a16="http://schemas.microsoft.com/office/drawing/2014/main" id="{D7703126-6236-ADF1-2CC6-DE3396DE71F6}"/>
              </a:ext>
            </a:extLst>
          </p:cNvPr>
          <p:cNvSpPr/>
          <p:nvPr/>
        </p:nvSpPr>
        <p:spPr>
          <a:xfrm>
            <a:off x="8732520" y="1823580"/>
            <a:ext cx="2286000" cy="1097280"/>
          </a:xfrm>
          <a:prstGeom prst="roundRect">
            <a:avLst>
              <a:gd name="adj" fmla="val 6667"/>
            </a:avLst>
          </a:prstGeom>
          <a:solidFill>
            <a:srgbClr val="0E55A7"/>
          </a:solidFill>
          <a:ln w="12700">
            <a:solidFill>
              <a:srgbClr val="0E55A7"/>
            </a:solidFill>
            <a:prstDash val="solid"/>
          </a:ln>
          <a:effectLst>
            <a:outerShdw blurRad="25400" dist="50800" dir="16200000" algn="bl" rotWithShape="0">
              <a:srgbClr val="C7D6E7">
                <a:alpha val="18000"/>
              </a:srgbClr>
            </a:outerShdw>
          </a:effectLst>
        </p:spPr>
        <p:txBody>
          <a:bodyPr/>
          <a:lstStyle/>
          <a:p>
            <a:endParaRPr lang="en-PH">
              <a:solidFill>
                <a:srgbClr val="FFFF00"/>
              </a:solidFill>
            </a:endParaRPr>
          </a:p>
        </p:txBody>
      </p:sp>
      <p:sp>
        <p:nvSpPr>
          <p:cNvPr id="38" name="Text 16">
            <a:extLst>
              <a:ext uri="{FF2B5EF4-FFF2-40B4-BE49-F238E27FC236}">
                <a16:creationId xmlns:a16="http://schemas.microsoft.com/office/drawing/2014/main" id="{072BAEB7-F0A8-2ED0-0418-E5B819AE4CF6}"/>
              </a:ext>
            </a:extLst>
          </p:cNvPr>
          <p:cNvSpPr/>
          <p:nvPr/>
        </p:nvSpPr>
        <p:spPr>
          <a:xfrm>
            <a:off x="8933688" y="1856232"/>
            <a:ext cx="18836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600" b="1" dirty="0">
                <a:latin typeface="Georgia" pitchFamily="34" charset="0"/>
                <a:ea typeface="Georgia" pitchFamily="34" charset="-122"/>
                <a:cs typeface="Georgia" pitchFamily="34" charset="-120"/>
              </a:rPr>
              <a:t>~9x</a:t>
            </a:r>
            <a:endParaRPr lang="en-US" sz="2600" dirty="0"/>
          </a:p>
        </p:txBody>
      </p:sp>
      <p:sp>
        <p:nvSpPr>
          <p:cNvPr id="40" name="Text 17">
            <a:extLst>
              <a:ext uri="{FF2B5EF4-FFF2-40B4-BE49-F238E27FC236}">
                <a16:creationId xmlns:a16="http://schemas.microsoft.com/office/drawing/2014/main" id="{F064DC9F-9518-1462-C14D-80EEFD688B16}"/>
              </a:ext>
            </a:extLst>
          </p:cNvPr>
          <p:cNvSpPr/>
          <p:nvPr/>
        </p:nvSpPr>
        <p:spPr>
          <a:xfrm>
            <a:off x="8961120" y="2316698"/>
            <a:ext cx="1874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FFC000"/>
                </a:solidFill>
                <a:latin typeface="Aptos" panose="020B0004020202020204" pitchFamily="34" charset="0"/>
                <a:ea typeface="Arial" pitchFamily="34" charset="-122"/>
                <a:cs typeface="Arial" pitchFamily="34" charset="-120"/>
              </a:rPr>
              <a:t>Fraud concentration vs. baseline</a:t>
            </a:r>
            <a:endParaRPr lang="en-US" sz="1600" b="1" dirty="0">
              <a:solidFill>
                <a:srgbClr val="FFC000"/>
              </a:solidFill>
              <a:latin typeface="Aptos" panose="020B0004020202020204" pitchFamily="34" charset="0"/>
            </a:endParaRPr>
          </a:p>
        </p:txBody>
      </p:sp>
      <p:sp>
        <p:nvSpPr>
          <p:cNvPr id="42" name="Shape 18">
            <a:extLst>
              <a:ext uri="{FF2B5EF4-FFF2-40B4-BE49-F238E27FC236}">
                <a16:creationId xmlns:a16="http://schemas.microsoft.com/office/drawing/2014/main" id="{82A044BF-9439-910C-4A4B-B3D17178AF55}"/>
              </a:ext>
            </a:extLst>
          </p:cNvPr>
          <p:cNvSpPr/>
          <p:nvPr/>
        </p:nvSpPr>
        <p:spPr>
          <a:xfrm>
            <a:off x="6080760" y="3350628"/>
            <a:ext cx="2286000" cy="1097280"/>
          </a:xfrm>
          <a:prstGeom prst="roundRect">
            <a:avLst>
              <a:gd name="adj" fmla="val 6667"/>
            </a:avLst>
          </a:prstGeom>
          <a:solidFill>
            <a:srgbClr val="0E55A7"/>
          </a:solidFill>
          <a:ln w="12700">
            <a:solidFill>
              <a:srgbClr val="0E55A7"/>
            </a:solidFill>
            <a:prstDash val="solid"/>
          </a:ln>
          <a:effectLst>
            <a:outerShdw blurRad="25400" dist="50800" dir="16200000" algn="bl" rotWithShape="0">
              <a:srgbClr val="C7D6E7">
                <a:alpha val="18000"/>
              </a:srgbClr>
            </a:outerShdw>
          </a:effectLst>
        </p:spPr>
        <p:txBody>
          <a:bodyPr/>
          <a:lstStyle/>
          <a:p>
            <a:endParaRPr lang="en-PH">
              <a:solidFill>
                <a:srgbClr val="FFFF00"/>
              </a:solidFill>
            </a:endParaRPr>
          </a:p>
        </p:txBody>
      </p:sp>
      <p:sp>
        <p:nvSpPr>
          <p:cNvPr id="44" name="Text 19">
            <a:extLst>
              <a:ext uri="{FF2B5EF4-FFF2-40B4-BE49-F238E27FC236}">
                <a16:creationId xmlns:a16="http://schemas.microsoft.com/office/drawing/2014/main" id="{7B5996D5-46CF-137C-2A51-3FA2E3F8EE14}"/>
              </a:ext>
            </a:extLst>
          </p:cNvPr>
          <p:cNvSpPr/>
          <p:nvPr/>
        </p:nvSpPr>
        <p:spPr>
          <a:xfrm>
            <a:off x="6281928" y="3383280"/>
            <a:ext cx="18836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600" b="1" dirty="0">
                <a:latin typeface="Georgia" pitchFamily="34" charset="0"/>
                <a:ea typeface="Georgia" pitchFamily="34" charset="-122"/>
                <a:cs typeface="Georgia" pitchFamily="34" charset="-120"/>
              </a:rPr>
              <a:t>6.42M</a:t>
            </a:r>
            <a:endParaRPr lang="en-US" sz="2600" dirty="0"/>
          </a:p>
        </p:txBody>
      </p:sp>
      <p:sp>
        <p:nvSpPr>
          <p:cNvPr id="46" name="Text 20">
            <a:extLst>
              <a:ext uri="{FF2B5EF4-FFF2-40B4-BE49-F238E27FC236}">
                <a16:creationId xmlns:a16="http://schemas.microsoft.com/office/drawing/2014/main" id="{DD35B79F-F5C4-D09D-D9E1-0692DA83CEEE}"/>
              </a:ext>
            </a:extLst>
          </p:cNvPr>
          <p:cNvSpPr/>
          <p:nvPr/>
        </p:nvSpPr>
        <p:spPr>
          <a:xfrm>
            <a:off x="6309360" y="3843746"/>
            <a:ext cx="1874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FFC000"/>
                </a:solidFill>
                <a:latin typeface="Aptos" panose="020B0004020202020204" pitchFamily="34" charset="0"/>
                <a:ea typeface="Arial" pitchFamily="34" charset="-122"/>
                <a:cs typeface="Arial" pitchFamily="34" charset="-120"/>
              </a:rPr>
              <a:t>Estimated net benefit</a:t>
            </a:r>
            <a:endParaRPr lang="en-US" sz="1600" b="1" dirty="0">
              <a:solidFill>
                <a:srgbClr val="FFC000"/>
              </a:solidFill>
              <a:latin typeface="Aptos" panose="020B0004020202020204" pitchFamily="34" charset="0"/>
            </a:endParaRPr>
          </a:p>
        </p:txBody>
      </p:sp>
      <p:sp>
        <p:nvSpPr>
          <p:cNvPr id="48" name="Shape 21">
            <a:extLst>
              <a:ext uri="{FF2B5EF4-FFF2-40B4-BE49-F238E27FC236}">
                <a16:creationId xmlns:a16="http://schemas.microsoft.com/office/drawing/2014/main" id="{4A76F8DF-F51D-7701-26E8-F56C17CA7790}"/>
              </a:ext>
            </a:extLst>
          </p:cNvPr>
          <p:cNvSpPr/>
          <p:nvPr/>
        </p:nvSpPr>
        <p:spPr>
          <a:xfrm>
            <a:off x="8732520" y="3350628"/>
            <a:ext cx="2286000" cy="1097280"/>
          </a:xfrm>
          <a:prstGeom prst="roundRect">
            <a:avLst>
              <a:gd name="adj" fmla="val 6667"/>
            </a:avLst>
          </a:prstGeom>
          <a:solidFill>
            <a:srgbClr val="4AAAA0"/>
          </a:solidFill>
          <a:ln w="12700">
            <a:solidFill>
              <a:srgbClr val="4AAAA0"/>
            </a:solidFill>
            <a:prstDash val="solid"/>
          </a:ln>
          <a:effectLst>
            <a:outerShdw blurRad="25400" dist="50800" dir="16200000" algn="bl" rotWithShape="0">
              <a:srgbClr val="C7D6E7">
                <a:alpha val="18000"/>
              </a:srgbClr>
            </a:outerShdw>
          </a:effectLst>
        </p:spPr>
        <p:txBody>
          <a:bodyPr/>
          <a:lstStyle/>
          <a:p>
            <a:endParaRPr lang="en-PH">
              <a:solidFill>
                <a:srgbClr val="FFFF00"/>
              </a:solidFill>
            </a:endParaRPr>
          </a:p>
        </p:txBody>
      </p:sp>
      <p:sp>
        <p:nvSpPr>
          <p:cNvPr id="50" name="Text 22">
            <a:extLst>
              <a:ext uri="{FF2B5EF4-FFF2-40B4-BE49-F238E27FC236}">
                <a16:creationId xmlns:a16="http://schemas.microsoft.com/office/drawing/2014/main" id="{2EA868EA-9B92-7073-EFF6-6A2B62BE86C0}"/>
              </a:ext>
            </a:extLst>
          </p:cNvPr>
          <p:cNvSpPr/>
          <p:nvPr/>
        </p:nvSpPr>
        <p:spPr>
          <a:xfrm>
            <a:off x="8933688" y="3383280"/>
            <a:ext cx="18836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600" b="1" dirty="0">
                <a:latin typeface="Georgia" pitchFamily="34" charset="0"/>
                <a:ea typeface="Georgia" pitchFamily="34" charset="-122"/>
                <a:cs typeface="Georgia" pitchFamily="34" charset="-120"/>
              </a:rPr>
              <a:t>0.2013</a:t>
            </a:r>
            <a:endParaRPr lang="en-US" sz="2600" dirty="0"/>
          </a:p>
        </p:txBody>
      </p:sp>
      <p:sp>
        <p:nvSpPr>
          <p:cNvPr id="52" name="Text 23">
            <a:extLst>
              <a:ext uri="{FF2B5EF4-FFF2-40B4-BE49-F238E27FC236}">
                <a16:creationId xmlns:a16="http://schemas.microsoft.com/office/drawing/2014/main" id="{8954E8C3-5A92-A804-2FB6-91D6E00E2EF5}"/>
              </a:ext>
            </a:extLst>
          </p:cNvPr>
          <p:cNvSpPr/>
          <p:nvPr/>
        </p:nvSpPr>
        <p:spPr>
          <a:xfrm>
            <a:off x="8961120" y="3843746"/>
            <a:ext cx="1874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FFC000"/>
                </a:solidFill>
                <a:latin typeface="Aptos" panose="020B0004020202020204" pitchFamily="34" charset="0"/>
                <a:ea typeface="Arial" pitchFamily="34" charset="-122"/>
                <a:cs typeface="Arial" pitchFamily="34" charset="-120"/>
              </a:rPr>
              <a:t>Variant II PR-AUC</a:t>
            </a:r>
            <a:endParaRPr lang="en-US" sz="1600" b="1" dirty="0">
              <a:solidFill>
                <a:srgbClr val="FFC000"/>
              </a:solidFill>
              <a:latin typeface="Aptos" panose="020B0004020202020204" pitchFamily="34" charset="0"/>
            </a:endParaRPr>
          </a:p>
        </p:txBody>
      </p:sp>
      <p:sp>
        <p:nvSpPr>
          <p:cNvPr id="54" name="Shape 24">
            <a:extLst>
              <a:ext uri="{FF2B5EF4-FFF2-40B4-BE49-F238E27FC236}">
                <a16:creationId xmlns:a16="http://schemas.microsoft.com/office/drawing/2014/main" id="{BEC8AA40-CEEE-61E9-EBD1-0BD7F803D6BF}"/>
              </a:ext>
            </a:extLst>
          </p:cNvPr>
          <p:cNvSpPr/>
          <p:nvPr/>
        </p:nvSpPr>
        <p:spPr>
          <a:xfrm>
            <a:off x="652272" y="5285232"/>
            <a:ext cx="10561320" cy="594360"/>
          </a:xfrm>
          <a:prstGeom prst="roundRect">
            <a:avLst>
              <a:gd name="adj" fmla="val 12308"/>
            </a:avLst>
          </a:prstGeom>
          <a:solidFill>
            <a:srgbClr val="0E55A7"/>
          </a:solidFill>
          <a:ln w="12700">
            <a:solidFill>
              <a:srgbClr val="0E55A7"/>
            </a:solidFill>
            <a:prstDash val="solid"/>
          </a:ln>
        </p:spPr>
        <p:txBody>
          <a:bodyPr/>
          <a:lstStyle/>
          <a:p>
            <a:endParaRPr lang="en-PH">
              <a:solidFill>
                <a:srgbClr val="FFFF00"/>
              </a:solidFill>
            </a:endParaRPr>
          </a:p>
        </p:txBody>
      </p:sp>
      <p:sp>
        <p:nvSpPr>
          <p:cNvPr id="56" name="Text 25">
            <a:extLst>
              <a:ext uri="{FF2B5EF4-FFF2-40B4-BE49-F238E27FC236}">
                <a16:creationId xmlns:a16="http://schemas.microsoft.com/office/drawing/2014/main" id="{F9C4F1BE-CF75-69FE-994D-081388EACC5E}"/>
              </a:ext>
            </a:extLst>
          </p:cNvPr>
          <p:cNvSpPr/>
          <p:nvPr/>
        </p:nvSpPr>
        <p:spPr>
          <a:xfrm>
            <a:off x="757646" y="5450150"/>
            <a:ext cx="10324882" cy="3424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Autofit/>
          </a:bodyPr>
          <a:lstStyle/>
          <a:p>
            <a:pPr marL="0" indent="0">
              <a:buNone/>
            </a:pPr>
            <a:r>
              <a:rPr lang="en-US" sz="1600" b="1" i="1" dirty="0">
                <a:latin typeface="Aptos" panose="020B0004020202020204" pitchFamily="34" charset="0"/>
                <a:ea typeface="Arial" pitchFamily="34" charset="-122"/>
                <a:cs typeface="Arial" pitchFamily="34" charset="-120"/>
              </a:rPr>
              <a:t>The model meaningfully improves prioritization, but the cost assumptions are illustrative and must be validated before production use.</a:t>
            </a:r>
            <a:endParaRPr lang="en-US" sz="1600" i="1" dirty="0"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7063591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25F7650-60B8-0944-5A28-D6B0B1B9D5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2">
            <a:extLst>
              <a:ext uri="{FF2B5EF4-FFF2-40B4-BE49-F238E27FC236}">
                <a16:creationId xmlns:a16="http://schemas.microsoft.com/office/drawing/2014/main" id="{A01CB95B-D5BC-CF0B-8D96-50E45280A131}"/>
              </a:ext>
            </a:extLst>
          </p:cNvPr>
          <p:cNvSpPr/>
          <p:nvPr/>
        </p:nvSpPr>
        <p:spPr>
          <a:xfrm>
            <a:off x="396240" y="6335776"/>
            <a:ext cx="6217920" cy="440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>
                    <a:lumMod val="85000"/>
                  </a:schemeClr>
                </a:solidFill>
                <a:latin typeface="Aptos" panose="020B0004020202020204" pitchFamily="34" charset="0"/>
                <a:ea typeface="Arial" pitchFamily="34" charset="-122"/>
                <a:cs typeface="Arial" pitchFamily="34" charset="-120"/>
              </a:rPr>
              <a:t>Bank Account Fraud Detection | Technical Presentation</a:t>
            </a:r>
            <a:endParaRPr lang="en-US" sz="1400" dirty="0">
              <a:solidFill>
                <a:schemeClr val="tx1">
                  <a:lumMod val="85000"/>
                </a:schemeClr>
              </a:solidFill>
              <a:latin typeface="Aptos" panose="020B0004020202020204" pitchFamily="34" charset="0"/>
            </a:endParaRPr>
          </a:p>
        </p:txBody>
      </p:sp>
      <p:sp>
        <p:nvSpPr>
          <p:cNvPr id="4" name="Text 0">
            <a:extLst>
              <a:ext uri="{FF2B5EF4-FFF2-40B4-BE49-F238E27FC236}">
                <a16:creationId xmlns:a16="http://schemas.microsoft.com/office/drawing/2014/main" id="{D79D650E-9F8E-DA1C-6C90-110C281BD976}"/>
              </a:ext>
            </a:extLst>
          </p:cNvPr>
          <p:cNvSpPr/>
          <p:nvPr/>
        </p:nvSpPr>
        <p:spPr>
          <a:xfrm>
            <a:off x="566928" y="411480"/>
            <a:ext cx="10515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latin typeface="Aptos" panose="020B0004020202020204" pitchFamily="34" charset="0"/>
                <a:ea typeface="Arial" pitchFamily="34" charset="-122"/>
                <a:cs typeface="Arial" pitchFamily="34" charset="-120"/>
              </a:rPr>
              <a:t>08  ·  LIMITATIONS  &amp;  RECOMMENDATION</a:t>
            </a:r>
            <a:endParaRPr lang="en-US" sz="2000" dirty="0">
              <a:latin typeface="Aptos" panose="020B0004020202020204" pitchFamily="34" charset="0"/>
            </a:endParaRPr>
          </a:p>
        </p:txBody>
      </p:sp>
      <p:sp>
        <p:nvSpPr>
          <p:cNvPr id="7" name="Text 1">
            <a:extLst>
              <a:ext uri="{FF2B5EF4-FFF2-40B4-BE49-F238E27FC236}">
                <a16:creationId xmlns:a16="http://schemas.microsoft.com/office/drawing/2014/main" id="{BF94F9C7-15D7-65A8-0429-75E5012EF881}"/>
              </a:ext>
            </a:extLst>
          </p:cNvPr>
          <p:cNvSpPr/>
          <p:nvPr/>
        </p:nvSpPr>
        <p:spPr>
          <a:xfrm>
            <a:off x="566928" y="786384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chemeClr val="accent6">
                    <a:lumMod val="60000"/>
                    <a:lumOff val="40000"/>
                  </a:schemeClr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Responsible Deployment Roadmap</a:t>
            </a:r>
            <a:endParaRPr lang="en-US" sz="28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11" name="Shape 4">
            <a:extLst>
              <a:ext uri="{FF2B5EF4-FFF2-40B4-BE49-F238E27FC236}">
                <a16:creationId xmlns:a16="http://schemas.microsoft.com/office/drawing/2014/main" id="{E0919566-5DB0-DD0A-09A4-D9976B001C5F}"/>
              </a:ext>
            </a:extLst>
          </p:cNvPr>
          <p:cNvSpPr/>
          <p:nvPr/>
        </p:nvSpPr>
        <p:spPr>
          <a:xfrm>
            <a:off x="685800" y="1358541"/>
            <a:ext cx="10561320" cy="804672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D8E2EF">
                <a:alpha val="75000"/>
              </a:srgbClr>
            </a:solidFill>
            <a:prstDash val="solid"/>
          </a:ln>
          <a:effectLst>
            <a:outerShdw blurRad="25400" dist="50800" dir="2700000" algn="bl" rotWithShape="0">
              <a:srgbClr val="C7D6E7">
                <a:alpha val="22000"/>
              </a:srgbClr>
            </a:outerShdw>
          </a:effectLst>
        </p:spPr>
        <p:txBody>
          <a:bodyPr/>
          <a:lstStyle/>
          <a:p>
            <a:endParaRPr lang="en-PH">
              <a:solidFill>
                <a:srgbClr val="FFFF00"/>
              </a:solidFill>
            </a:endParaRPr>
          </a:p>
        </p:txBody>
      </p:sp>
      <p:sp>
        <p:nvSpPr>
          <p:cNvPr id="21" name="Text 7">
            <a:extLst>
              <a:ext uri="{FF2B5EF4-FFF2-40B4-BE49-F238E27FC236}">
                <a16:creationId xmlns:a16="http://schemas.microsoft.com/office/drawing/2014/main" id="{5C9DB8E4-19E8-1804-0BC2-BAC30BBC6748}"/>
              </a:ext>
            </a:extLst>
          </p:cNvPr>
          <p:cNvSpPr/>
          <p:nvPr/>
        </p:nvSpPr>
        <p:spPr>
          <a:xfrm>
            <a:off x="1619790" y="1438876"/>
            <a:ext cx="9235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FF6600"/>
                </a:solidFill>
                <a:latin typeface="Aptos" panose="020B0004020202020204" pitchFamily="34" charset="0"/>
                <a:ea typeface="Arial" pitchFamily="34" charset="-122"/>
                <a:cs typeface="Arial" pitchFamily="34" charset="-120"/>
              </a:rPr>
              <a:t>Validate</a:t>
            </a:r>
            <a:endParaRPr lang="en-US" sz="2000" dirty="0">
              <a:solidFill>
                <a:srgbClr val="FF6600"/>
              </a:solidFill>
              <a:latin typeface="Aptos" panose="020B0004020202020204" pitchFamily="34" charset="0"/>
            </a:endParaRPr>
          </a:p>
        </p:txBody>
      </p:sp>
      <p:sp>
        <p:nvSpPr>
          <p:cNvPr id="25" name="Text 8">
            <a:extLst>
              <a:ext uri="{FF2B5EF4-FFF2-40B4-BE49-F238E27FC236}">
                <a16:creationId xmlns:a16="http://schemas.microsoft.com/office/drawing/2014/main" id="{F806D2F0-EC6C-74F2-1427-E28AC7A97F4B}"/>
              </a:ext>
            </a:extLst>
          </p:cNvPr>
          <p:cNvSpPr/>
          <p:nvPr/>
        </p:nvSpPr>
        <p:spPr>
          <a:xfrm>
            <a:off x="2158641" y="1877786"/>
            <a:ext cx="9235440" cy="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Autofit/>
          </a:bodyPr>
          <a:lstStyle/>
          <a:p>
            <a:pPr marL="0" indent="0">
              <a:buNone/>
            </a:pPr>
            <a:r>
              <a:rPr lang="en-US" dirty="0">
                <a:solidFill>
                  <a:schemeClr val="bg1"/>
                </a:solidFill>
                <a:latin typeface="Aptos" panose="020B0004020202020204" pitchFamily="34" charset="0"/>
                <a:ea typeface="Arial" pitchFamily="34" charset="-122"/>
                <a:cs typeface="Arial" pitchFamily="34" charset="-120"/>
              </a:rPr>
              <a:t>Use actual institutional historical data and confirmed fraud outcomes.</a:t>
            </a:r>
            <a:endParaRPr lang="en-US" dirty="0">
              <a:solidFill>
                <a:schemeClr val="bg1"/>
              </a:solidFill>
              <a:latin typeface="Aptos" panose="020B0004020202020204" pitchFamily="34" charset="0"/>
            </a:endParaRPr>
          </a:p>
        </p:txBody>
      </p:sp>
      <p:sp>
        <p:nvSpPr>
          <p:cNvPr id="29" name="Shape 9">
            <a:extLst>
              <a:ext uri="{FF2B5EF4-FFF2-40B4-BE49-F238E27FC236}">
                <a16:creationId xmlns:a16="http://schemas.microsoft.com/office/drawing/2014/main" id="{5A3F8577-689C-C7EB-D63A-339606236A44}"/>
              </a:ext>
            </a:extLst>
          </p:cNvPr>
          <p:cNvSpPr/>
          <p:nvPr/>
        </p:nvSpPr>
        <p:spPr>
          <a:xfrm>
            <a:off x="685800" y="2437533"/>
            <a:ext cx="10561320" cy="804672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D8E2EF">
                <a:alpha val="75000"/>
              </a:srgbClr>
            </a:solidFill>
            <a:prstDash val="solid"/>
          </a:ln>
          <a:effectLst>
            <a:outerShdw blurRad="25400" dist="50800" dir="2700000" algn="bl" rotWithShape="0">
              <a:srgbClr val="C7D6E7">
                <a:alpha val="22000"/>
              </a:srgbClr>
            </a:outerShdw>
          </a:effectLst>
        </p:spPr>
        <p:txBody>
          <a:bodyPr/>
          <a:lstStyle/>
          <a:p>
            <a:endParaRPr lang="en-PH">
              <a:solidFill>
                <a:srgbClr val="FFFF00"/>
              </a:solidFill>
            </a:endParaRPr>
          </a:p>
        </p:txBody>
      </p:sp>
      <p:sp>
        <p:nvSpPr>
          <p:cNvPr id="33" name="Shape 10">
            <a:extLst>
              <a:ext uri="{FF2B5EF4-FFF2-40B4-BE49-F238E27FC236}">
                <a16:creationId xmlns:a16="http://schemas.microsoft.com/office/drawing/2014/main" id="{F9C909DF-11BD-4FF5-97B1-010954B57BE7}"/>
              </a:ext>
            </a:extLst>
          </p:cNvPr>
          <p:cNvSpPr/>
          <p:nvPr/>
        </p:nvSpPr>
        <p:spPr>
          <a:xfrm>
            <a:off x="778542" y="2472656"/>
            <a:ext cx="685800" cy="685800"/>
          </a:xfrm>
          <a:prstGeom prst="ellipse">
            <a:avLst/>
          </a:prstGeom>
          <a:solidFill>
            <a:srgbClr val="0E55A7"/>
          </a:solidFill>
          <a:ln w="12700">
            <a:solidFill>
              <a:srgbClr val="0E55A7"/>
            </a:solidFill>
            <a:prstDash val="solid"/>
          </a:ln>
        </p:spPr>
        <p:txBody>
          <a:bodyPr/>
          <a:lstStyle/>
          <a:p>
            <a:endParaRPr lang="en-PH">
              <a:solidFill>
                <a:srgbClr val="FFFF00"/>
              </a:solidFill>
            </a:endParaRPr>
          </a:p>
        </p:txBody>
      </p:sp>
      <p:sp>
        <p:nvSpPr>
          <p:cNvPr id="37" name="Text 11">
            <a:extLst>
              <a:ext uri="{FF2B5EF4-FFF2-40B4-BE49-F238E27FC236}">
                <a16:creationId xmlns:a16="http://schemas.microsoft.com/office/drawing/2014/main" id="{18DD5AA4-96EB-C367-394B-22FA8E717941}"/>
              </a:ext>
            </a:extLst>
          </p:cNvPr>
          <p:cNvSpPr/>
          <p:nvPr/>
        </p:nvSpPr>
        <p:spPr>
          <a:xfrm>
            <a:off x="778542" y="2563588"/>
            <a:ext cx="685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800" dirty="0"/>
          </a:p>
        </p:txBody>
      </p:sp>
      <p:sp>
        <p:nvSpPr>
          <p:cNvPr id="41" name="Text 12">
            <a:extLst>
              <a:ext uri="{FF2B5EF4-FFF2-40B4-BE49-F238E27FC236}">
                <a16:creationId xmlns:a16="http://schemas.microsoft.com/office/drawing/2014/main" id="{C143B0D1-9310-BA8B-D619-766B1C6E6464}"/>
              </a:ext>
            </a:extLst>
          </p:cNvPr>
          <p:cNvSpPr/>
          <p:nvPr/>
        </p:nvSpPr>
        <p:spPr>
          <a:xfrm>
            <a:off x="1619790" y="2517868"/>
            <a:ext cx="9235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FF6600"/>
                </a:solidFill>
                <a:latin typeface="Aptos" panose="020B0004020202020204" pitchFamily="34" charset="0"/>
                <a:ea typeface="Arial" pitchFamily="34" charset="-122"/>
                <a:cs typeface="Arial" pitchFamily="34" charset="-120"/>
              </a:rPr>
              <a:t>Correct</a:t>
            </a:r>
            <a:endParaRPr lang="en-US" sz="2000" dirty="0">
              <a:solidFill>
                <a:srgbClr val="FF6600"/>
              </a:solidFill>
              <a:latin typeface="Aptos" panose="020B0004020202020204" pitchFamily="34" charset="0"/>
            </a:endParaRPr>
          </a:p>
        </p:txBody>
      </p:sp>
      <p:sp>
        <p:nvSpPr>
          <p:cNvPr id="45" name="Text 13">
            <a:extLst>
              <a:ext uri="{FF2B5EF4-FFF2-40B4-BE49-F238E27FC236}">
                <a16:creationId xmlns:a16="http://schemas.microsoft.com/office/drawing/2014/main" id="{FB4EB9C8-8A2E-D937-9D16-C044DA082689}"/>
              </a:ext>
            </a:extLst>
          </p:cNvPr>
          <p:cNvSpPr/>
          <p:nvPr/>
        </p:nvSpPr>
        <p:spPr>
          <a:xfrm>
            <a:off x="2158641" y="2956778"/>
            <a:ext cx="9235440" cy="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Autofit/>
          </a:bodyPr>
          <a:lstStyle/>
          <a:p>
            <a:pPr marL="0" indent="0">
              <a:buNone/>
            </a:pPr>
            <a:r>
              <a:rPr lang="en-US" dirty="0">
                <a:solidFill>
                  <a:schemeClr val="bg1"/>
                </a:solidFill>
                <a:latin typeface="Aptos" panose="020B0004020202020204" pitchFamily="34" charset="0"/>
                <a:ea typeface="Arial" pitchFamily="34" charset="-122"/>
                <a:cs typeface="Arial" pitchFamily="34" charset="-120"/>
              </a:rPr>
              <a:t>Remove or train-only recreate credit_risk_band; recalibrate probabilities.</a:t>
            </a:r>
            <a:endParaRPr lang="en-US" dirty="0">
              <a:solidFill>
                <a:schemeClr val="bg1"/>
              </a:solidFill>
              <a:latin typeface="Aptos" panose="020B0004020202020204" pitchFamily="34" charset="0"/>
            </a:endParaRPr>
          </a:p>
        </p:txBody>
      </p:sp>
      <p:sp>
        <p:nvSpPr>
          <p:cNvPr id="49" name="Shape 14">
            <a:extLst>
              <a:ext uri="{FF2B5EF4-FFF2-40B4-BE49-F238E27FC236}">
                <a16:creationId xmlns:a16="http://schemas.microsoft.com/office/drawing/2014/main" id="{B9A03127-5236-282F-649D-B22C35C2241D}"/>
              </a:ext>
            </a:extLst>
          </p:cNvPr>
          <p:cNvSpPr/>
          <p:nvPr/>
        </p:nvSpPr>
        <p:spPr>
          <a:xfrm>
            <a:off x="685800" y="3516525"/>
            <a:ext cx="10561320" cy="804672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D8E2EF">
                <a:alpha val="75000"/>
              </a:srgbClr>
            </a:solidFill>
            <a:prstDash val="solid"/>
          </a:ln>
          <a:effectLst>
            <a:outerShdw blurRad="25400" dist="50800" dir="2700000" algn="bl" rotWithShape="0">
              <a:srgbClr val="C7D6E7">
                <a:alpha val="22000"/>
              </a:srgbClr>
            </a:outerShdw>
          </a:effectLst>
        </p:spPr>
        <p:txBody>
          <a:bodyPr/>
          <a:lstStyle/>
          <a:p>
            <a:endParaRPr lang="en-PH">
              <a:solidFill>
                <a:srgbClr val="FFFF00"/>
              </a:solidFill>
            </a:endParaRPr>
          </a:p>
        </p:txBody>
      </p:sp>
      <p:sp>
        <p:nvSpPr>
          <p:cNvPr id="53" name="Shape 15">
            <a:extLst>
              <a:ext uri="{FF2B5EF4-FFF2-40B4-BE49-F238E27FC236}">
                <a16:creationId xmlns:a16="http://schemas.microsoft.com/office/drawing/2014/main" id="{1FF2A671-456E-07C0-5C84-173D8094655E}"/>
              </a:ext>
            </a:extLst>
          </p:cNvPr>
          <p:cNvSpPr/>
          <p:nvPr/>
        </p:nvSpPr>
        <p:spPr>
          <a:xfrm>
            <a:off x="778542" y="3532852"/>
            <a:ext cx="685800" cy="685800"/>
          </a:xfrm>
          <a:prstGeom prst="ellipse">
            <a:avLst/>
          </a:prstGeom>
          <a:solidFill>
            <a:srgbClr val="0E55A7"/>
          </a:solidFill>
          <a:ln w="12700">
            <a:solidFill>
              <a:srgbClr val="0E55A7"/>
            </a:solidFill>
            <a:prstDash val="solid"/>
          </a:ln>
        </p:spPr>
        <p:txBody>
          <a:bodyPr/>
          <a:lstStyle/>
          <a:p>
            <a:endParaRPr lang="en-PH">
              <a:solidFill>
                <a:srgbClr val="FFFF00"/>
              </a:solidFill>
            </a:endParaRPr>
          </a:p>
        </p:txBody>
      </p:sp>
      <p:sp>
        <p:nvSpPr>
          <p:cNvPr id="57" name="Text 16">
            <a:extLst>
              <a:ext uri="{FF2B5EF4-FFF2-40B4-BE49-F238E27FC236}">
                <a16:creationId xmlns:a16="http://schemas.microsoft.com/office/drawing/2014/main" id="{D40A927C-4A8B-3B35-284A-7B39CCF5EA49}"/>
              </a:ext>
            </a:extLst>
          </p:cNvPr>
          <p:cNvSpPr/>
          <p:nvPr/>
        </p:nvSpPr>
        <p:spPr>
          <a:xfrm>
            <a:off x="778542" y="3642580"/>
            <a:ext cx="685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800" dirty="0"/>
          </a:p>
        </p:txBody>
      </p:sp>
      <p:sp>
        <p:nvSpPr>
          <p:cNvPr id="59" name="Text 17">
            <a:extLst>
              <a:ext uri="{FF2B5EF4-FFF2-40B4-BE49-F238E27FC236}">
                <a16:creationId xmlns:a16="http://schemas.microsoft.com/office/drawing/2014/main" id="{D3E3651C-9B7B-7BF2-70E4-F884D238A9B7}"/>
              </a:ext>
            </a:extLst>
          </p:cNvPr>
          <p:cNvSpPr/>
          <p:nvPr/>
        </p:nvSpPr>
        <p:spPr>
          <a:xfrm>
            <a:off x="1619790" y="3596860"/>
            <a:ext cx="9235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FF6600"/>
                </a:solidFill>
                <a:latin typeface="Aptos" panose="020B0004020202020204" pitchFamily="34" charset="0"/>
                <a:ea typeface="Arial" pitchFamily="34" charset="-122"/>
                <a:cs typeface="Arial" pitchFamily="34" charset="-120"/>
              </a:rPr>
              <a:t>Govern</a:t>
            </a:r>
            <a:endParaRPr lang="en-US" sz="2000" dirty="0">
              <a:solidFill>
                <a:srgbClr val="FF6600"/>
              </a:solidFill>
              <a:latin typeface="Aptos" panose="020B0004020202020204" pitchFamily="34" charset="0"/>
            </a:endParaRPr>
          </a:p>
        </p:txBody>
      </p:sp>
      <p:sp>
        <p:nvSpPr>
          <p:cNvPr id="61" name="Text 18">
            <a:extLst>
              <a:ext uri="{FF2B5EF4-FFF2-40B4-BE49-F238E27FC236}">
                <a16:creationId xmlns:a16="http://schemas.microsoft.com/office/drawing/2014/main" id="{FA331784-691C-7FB2-5D13-D7EF703B243E}"/>
              </a:ext>
            </a:extLst>
          </p:cNvPr>
          <p:cNvSpPr/>
          <p:nvPr/>
        </p:nvSpPr>
        <p:spPr>
          <a:xfrm>
            <a:off x="2158641" y="4035770"/>
            <a:ext cx="9235440" cy="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Autofit/>
          </a:bodyPr>
          <a:lstStyle/>
          <a:p>
            <a:pPr marL="0" indent="0">
              <a:buNone/>
            </a:pPr>
            <a:r>
              <a:rPr lang="en-US" dirty="0">
                <a:solidFill>
                  <a:schemeClr val="bg1"/>
                </a:solidFill>
                <a:latin typeface="Aptos" panose="020B0004020202020204" pitchFamily="34" charset="0"/>
                <a:ea typeface="Arial" pitchFamily="34" charset="-122"/>
                <a:cs typeface="Arial" pitchFamily="34" charset="-120"/>
              </a:rPr>
              <a:t>Use human review, reason codes, analyst overrides and appeal paths.</a:t>
            </a:r>
            <a:endParaRPr lang="en-US" dirty="0">
              <a:solidFill>
                <a:schemeClr val="bg1"/>
              </a:solidFill>
              <a:latin typeface="Aptos" panose="020B0004020202020204" pitchFamily="34" charset="0"/>
            </a:endParaRPr>
          </a:p>
        </p:txBody>
      </p:sp>
      <p:sp>
        <p:nvSpPr>
          <p:cNvPr id="63" name="Shape 19">
            <a:extLst>
              <a:ext uri="{FF2B5EF4-FFF2-40B4-BE49-F238E27FC236}">
                <a16:creationId xmlns:a16="http://schemas.microsoft.com/office/drawing/2014/main" id="{F456D8AB-6666-034A-FB90-6B45C2F2A0AC}"/>
              </a:ext>
            </a:extLst>
          </p:cNvPr>
          <p:cNvSpPr/>
          <p:nvPr/>
        </p:nvSpPr>
        <p:spPr>
          <a:xfrm>
            <a:off x="685800" y="4595517"/>
            <a:ext cx="10561320" cy="804672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D8E2EF">
                <a:alpha val="75000"/>
              </a:srgbClr>
            </a:solidFill>
            <a:prstDash val="solid"/>
          </a:ln>
          <a:effectLst>
            <a:outerShdw blurRad="25400" dist="50800" dir="2700000" algn="bl" rotWithShape="0">
              <a:srgbClr val="C7D6E7">
                <a:alpha val="22000"/>
              </a:srgbClr>
            </a:outerShdw>
          </a:effectLst>
        </p:spPr>
        <p:txBody>
          <a:bodyPr/>
          <a:lstStyle/>
          <a:p>
            <a:endParaRPr lang="en-PH">
              <a:solidFill>
                <a:srgbClr val="FFFF00"/>
              </a:solidFill>
            </a:endParaRPr>
          </a:p>
        </p:txBody>
      </p:sp>
      <p:sp>
        <p:nvSpPr>
          <p:cNvPr id="65" name="Shape 20">
            <a:extLst>
              <a:ext uri="{FF2B5EF4-FFF2-40B4-BE49-F238E27FC236}">
                <a16:creationId xmlns:a16="http://schemas.microsoft.com/office/drawing/2014/main" id="{60A70986-7EFF-E7C9-6FB1-FE1CC6E02D3D}"/>
              </a:ext>
            </a:extLst>
          </p:cNvPr>
          <p:cNvSpPr/>
          <p:nvPr/>
        </p:nvSpPr>
        <p:spPr>
          <a:xfrm>
            <a:off x="778542" y="4611844"/>
            <a:ext cx="685800" cy="685800"/>
          </a:xfrm>
          <a:prstGeom prst="ellipse">
            <a:avLst/>
          </a:prstGeom>
          <a:solidFill>
            <a:srgbClr val="0E55A7"/>
          </a:solidFill>
          <a:ln w="12700">
            <a:solidFill>
              <a:srgbClr val="0E55A7"/>
            </a:solidFill>
            <a:prstDash val="solid"/>
          </a:ln>
        </p:spPr>
        <p:txBody>
          <a:bodyPr/>
          <a:lstStyle/>
          <a:p>
            <a:endParaRPr lang="en-PH">
              <a:solidFill>
                <a:srgbClr val="FFFF00"/>
              </a:solidFill>
            </a:endParaRPr>
          </a:p>
        </p:txBody>
      </p:sp>
      <p:sp>
        <p:nvSpPr>
          <p:cNvPr id="67" name="Text 21">
            <a:extLst>
              <a:ext uri="{FF2B5EF4-FFF2-40B4-BE49-F238E27FC236}">
                <a16:creationId xmlns:a16="http://schemas.microsoft.com/office/drawing/2014/main" id="{5001D188-46EB-034F-B196-CEC57E79A507}"/>
              </a:ext>
            </a:extLst>
          </p:cNvPr>
          <p:cNvSpPr/>
          <p:nvPr/>
        </p:nvSpPr>
        <p:spPr>
          <a:xfrm>
            <a:off x="778542" y="4721572"/>
            <a:ext cx="685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2400" dirty="0"/>
          </a:p>
        </p:txBody>
      </p:sp>
      <p:sp>
        <p:nvSpPr>
          <p:cNvPr id="5" name="Shape 10">
            <a:extLst>
              <a:ext uri="{FF2B5EF4-FFF2-40B4-BE49-F238E27FC236}">
                <a16:creationId xmlns:a16="http://schemas.microsoft.com/office/drawing/2014/main" id="{0127C086-B9F7-1857-721C-1B5AEC12A141}"/>
              </a:ext>
            </a:extLst>
          </p:cNvPr>
          <p:cNvSpPr/>
          <p:nvPr/>
        </p:nvSpPr>
        <p:spPr>
          <a:xfrm>
            <a:off x="778542" y="1379768"/>
            <a:ext cx="685800" cy="685800"/>
          </a:xfrm>
          <a:prstGeom prst="ellipse">
            <a:avLst/>
          </a:prstGeom>
          <a:solidFill>
            <a:srgbClr val="0E55A7"/>
          </a:solidFill>
          <a:ln w="12700">
            <a:solidFill>
              <a:srgbClr val="0E55A7"/>
            </a:solidFill>
            <a:prstDash val="solid"/>
          </a:ln>
        </p:spPr>
        <p:txBody>
          <a:bodyPr/>
          <a:lstStyle/>
          <a:p>
            <a:endParaRPr lang="en-PH">
              <a:solidFill>
                <a:srgbClr val="FFFF00"/>
              </a:solidFill>
            </a:endParaRPr>
          </a:p>
        </p:txBody>
      </p:sp>
      <p:sp>
        <p:nvSpPr>
          <p:cNvPr id="69" name="Text 22">
            <a:extLst>
              <a:ext uri="{FF2B5EF4-FFF2-40B4-BE49-F238E27FC236}">
                <a16:creationId xmlns:a16="http://schemas.microsoft.com/office/drawing/2014/main" id="{DCF9099B-2FED-44E3-7466-7E0688A3F1D2}"/>
              </a:ext>
            </a:extLst>
          </p:cNvPr>
          <p:cNvSpPr/>
          <p:nvPr/>
        </p:nvSpPr>
        <p:spPr>
          <a:xfrm>
            <a:off x="1619790" y="4675852"/>
            <a:ext cx="9235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FF6600"/>
                </a:solidFill>
                <a:latin typeface="Aptos" panose="020B0004020202020204" pitchFamily="34" charset="0"/>
                <a:ea typeface="Arial" pitchFamily="34" charset="-122"/>
                <a:cs typeface="Arial" pitchFamily="34" charset="-120"/>
              </a:rPr>
              <a:t>Monitor</a:t>
            </a:r>
            <a:endParaRPr lang="en-US" sz="2000" dirty="0">
              <a:solidFill>
                <a:srgbClr val="FF6600"/>
              </a:solidFill>
              <a:latin typeface="Aptos" panose="020B0004020202020204" pitchFamily="34" charset="0"/>
            </a:endParaRPr>
          </a:p>
        </p:txBody>
      </p:sp>
      <p:sp>
        <p:nvSpPr>
          <p:cNvPr id="71" name="Text 23">
            <a:extLst>
              <a:ext uri="{FF2B5EF4-FFF2-40B4-BE49-F238E27FC236}">
                <a16:creationId xmlns:a16="http://schemas.microsoft.com/office/drawing/2014/main" id="{AAD9B2BF-A003-EDE6-B2C2-86946F7B5D3D}"/>
              </a:ext>
            </a:extLst>
          </p:cNvPr>
          <p:cNvSpPr/>
          <p:nvPr/>
        </p:nvSpPr>
        <p:spPr>
          <a:xfrm>
            <a:off x="2158641" y="5114762"/>
            <a:ext cx="9235440" cy="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Autofit/>
          </a:bodyPr>
          <a:lstStyle/>
          <a:p>
            <a:pPr marL="0" indent="0">
              <a:buNone/>
            </a:pPr>
            <a:r>
              <a:rPr lang="en-US" dirty="0">
                <a:solidFill>
                  <a:schemeClr val="bg1"/>
                </a:solidFill>
                <a:latin typeface="Aptos" panose="020B0004020202020204" pitchFamily="34" charset="0"/>
                <a:ea typeface="Arial" pitchFamily="34" charset="-122"/>
                <a:cs typeface="Arial" pitchFamily="34" charset="-120"/>
              </a:rPr>
              <a:t>Track PR-AUC, recall@K, precision@K, calibration, drift and fairness by month.</a:t>
            </a:r>
            <a:endParaRPr lang="en-US" dirty="0">
              <a:solidFill>
                <a:schemeClr val="bg1"/>
              </a:solidFill>
              <a:latin typeface="Aptos" panose="020B0004020202020204" pitchFamily="34" charset="0"/>
            </a:endParaRPr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AEFCD863-570D-32CB-4589-9E8BFD53DA3C}"/>
              </a:ext>
            </a:extLst>
          </p:cNvPr>
          <p:cNvSpPr/>
          <p:nvPr/>
        </p:nvSpPr>
        <p:spPr>
          <a:xfrm>
            <a:off x="778542" y="1484596"/>
            <a:ext cx="685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latin typeface="Georgia" pitchFamily="34" charset="0"/>
              </a:rPr>
              <a:t>1</a:t>
            </a:r>
            <a:endParaRPr lang="en-US" sz="2400" dirty="0"/>
          </a:p>
        </p:txBody>
      </p:sp>
      <p:sp>
        <p:nvSpPr>
          <p:cNvPr id="10" name="Shape 24">
            <a:extLst>
              <a:ext uri="{FF2B5EF4-FFF2-40B4-BE49-F238E27FC236}">
                <a16:creationId xmlns:a16="http://schemas.microsoft.com/office/drawing/2014/main" id="{26ABC902-2590-73B6-0694-C71FF0126D3C}"/>
              </a:ext>
            </a:extLst>
          </p:cNvPr>
          <p:cNvSpPr/>
          <p:nvPr/>
        </p:nvSpPr>
        <p:spPr>
          <a:xfrm>
            <a:off x="652272" y="5628136"/>
            <a:ext cx="10561320" cy="748499"/>
          </a:xfrm>
          <a:prstGeom prst="roundRect">
            <a:avLst>
              <a:gd name="adj" fmla="val 12308"/>
            </a:avLst>
          </a:prstGeom>
          <a:solidFill>
            <a:srgbClr val="0E55A7"/>
          </a:solidFill>
          <a:ln w="12700">
            <a:solidFill>
              <a:srgbClr val="0E55A7"/>
            </a:solidFill>
            <a:prstDash val="solid"/>
          </a:ln>
        </p:spPr>
        <p:txBody>
          <a:bodyPr/>
          <a:lstStyle/>
          <a:p>
            <a:endParaRPr lang="en-PH">
              <a:solidFill>
                <a:srgbClr val="FFFF00"/>
              </a:solidFill>
            </a:endParaRPr>
          </a:p>
        </p:txBody>
      </p:sp>
      <p:sp>
        <p:nvSpPr>
          <p:cNvPr id="13" name="Text 25">
            <a:extLst>
              <a:ext uri="{FF2B5EF4-FFF2-40B4-BE49-F238E27FC236}">
                <a16:creationId xmlns:a16="http://schemas.microsoft.com/office/drawing/2014/main" id="{629A10A6-1E7B-6B93-D1A0-13F7F3842B58}"/>
              </a:ext>
            </a:extLst>
          </p:cNvPr>
          <p:cNvSpPr/>
          <p:nvPr/>
        </p:nvSpPr>
        <p:spPr>
          <a:xfrm>
            <a:off x="757646" y="5793054"/>
            <a:ext cx="10324882" cy="4312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Autofit/>
          </a:bodyPr>
          <a:lstStyle/>
          <a:p>
            <a:pPr marL="0" indent="0">
              <a:buNone/>
            </a:pPr>
            <a:r>
              <a:rPr lang="en-US" sz="1600" b="1" i="1" dirty="0">
                <a:latin typeface="Aptos" panose="020B0004020202020204" pitchFamily="34" charset="0"/>
                <a:ea typeface="Arial" pitchFamily="34" charset="-122"/>
                <a:cs typeface="Arial" pitchFamily="34" charset="-120"/>
              </a:rPr>
              <a:t>Use model only for human-supervised review prioritization​. Maintain monthly drift, calibration, and subgroup monitoring​. Reassess threshold against analyst capacity and risk appetite​</a:t>
            </a:r>
            <a:endParaRPr lang="en-US" sz="1600" i="1" dirty="0"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550049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92E7DCC-AFE7-9045-8B66-87B30F872C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0">
            <a:extLst>
              <a:ext uri="{FF2B5EF4-FFF2-40B4-BE49-F238E27FC236}">
                <a16:creationId xmlns:a16="http://schemas.microsoft.com/office/drawing/2014/main" id="{F8E62588-A489-4F9C-69D4-561DDEA79DEF}"/>
              </a:ext>
            </a:extLst>
          </p:cNvPr>
          <p:cNvSpPr/>
          <p:nvPr/>
        </p:nvSpPr>
        <p:spPr>
          <a:xfrm>
            <a:off x="640080" y="2514600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chemeClr val="accent6">
                    <a:lumMod val="60000"/>
                    <a:lumOff val="40000"/>
                  </a:schemeClr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Thank You</a:t>
            </a:r>
            <a:endParaRPr lang="en-US" sz="38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15" name="Text 3">
            <a:extLst>
              <a:ext uri="{FF2B5EF4-FFF2-40B4-BE49-F238E27FC236}">
                <a16:creationId xmlns:a16="http://schemas.microsoft.com/office/drawing/2014/main" id="{653C3D1F-87F1-BB33-EE62-3ECF2711F71C}"/>
              </a:ext>
            </a:extLst>
          </p:cNvPr>
          <p:cNvSpPr/>
          <p:nvPr/>
        </p:nvSpPr>
        <p:spPr>
          <a:xfrm>
            <a:off x="11567160" y="6473952"/>
            <a:ext cx="228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50" dirty="0">
                <a:solidFill>
                  <a:srgbClr val="5E74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650" dirty="0"/>
          </a:p>
        </p:txBody>
      </p:sp>
      <p:sp>
        <p:nvSpPr>
          <p:cNvPr id="3" name="Text 2">
            <a:extLst>
              <a:ext uri="{FF2B5EF4-FFF2-40B4-BE49-F238E27FC236}">
                <a16:creationId xmlns:a16="http://schemas.microsoft.com/office/drawing/2014/main" id="{581C645B-9278-7E28-6992-AE7816114009}"/>
              </a:ext>
            </a:extLst>
          </p:cNvPr>
          <p:cNvSpPr/>
          <p:nvPr/>
        </p:nvSpPr>
        <p:spPr>
          <a:xfrm>
            <a:off x="396240" y="6335776"/>
            <a:ext cx="6217920" cy="440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>
                    <a:lumMod val="85000"/>
                  </a:schemeClr>
                </a:solidFill>
                <a:latin typeface="Aptos" panose="020B0004020202020204" pitchFamily="34" charset="0"/>
                <a:ea typeface="Arial" pitchFamily="34" charset="-122"/>
                <a:cs typeface="Arial" pitchFamily="34" charset="-120"/>
              </a:rPr>
              <a:t>Bank Account Fraud Detection | Technical Presentation</a:t>
            </a:r>
            <a:endParaRPr lang="en-US" sz="1400" dirty="0">
              <a:solidFill>
                <a:schemeClr val="tx1">
                  <a:lumMod val="85000"/>
                </a:schemeClr>
              </a:solidFill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51516830"/>
      </p:ext>
    </p:extLst>
  </p:cSld>
  <p:clrMapOvr>
    <a:masterClrMapping/>
  </p:clrMapOvr>
</p:sld>
</file>

<file path=ppt/theme/theme1.xml><?xml version="1.0" encoding="utf-8"?>
<a:theme xmlns:a="http://schemas.openxmlformats.org/drawingml/2006/main" name="Depth">
  <a:themeElements>
    <a:clrScheme name="Depth">
      <a:dk1>
        <a:sysClr val="windowText" lastClr="000000"/>
      </a:dk1>
      <a:lt1>
        <a:sysClr val="window" lastClr="FFFFFF"/>
      </a:lt1>
      <a:dk2>
        <a:srgbClr val="455F51"/>
      </a:dk2>
      <a:lt2>
        <a:srgbClr val="94D7E4"/>
      </a:lt2>
      <a:accent1>
        <a:srgbClr val="41AEBD"/>
      </a:accent1>
      <a:accent2>
        <a:srgbClr val="97E9D5"/>
      </a:accent2>
      <a:accent3>
        <a:srgbClr val="A2CF49"/>
      </a:accent3>
      <a:accent4>
        <a:srgbClr val="608F3D"/>
      </a:accent4>
      <a:accent5>
        <a:srgbClr val="F4DE3A"/>
      </a:accent5>
      <a:accent6>
        <a:srgbClr val="FCB11C"/>
      </a:accent6>
      <a:hlink>
        <a:srgbClr val="FBCA98"/>
      </a:hlink>
      <a:folHlink>
        <a:srgbClr val="D3B86D"/>
      </a:folHlink>
    </a:clrScheme>
    <a:fontScheme name="Depth">
      <a:majorFont>
        <a:latin typeface="Corbel" panose="020B0503020204020204"/>
        <a:ea typeface=""/>
        <a:cs typeface=""/>
        <a:font script="Jpan" typeface="メイリオ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メイリオ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Depth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epth" id="{7BEAFC2A-325C-49C4-AC08-2B765DA903F9}" vid="{1735E755-43E6-43AA-ABA2-C989ECC79AF5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TM04033923[[fn=Depth]]</Template>
  <TotalTime>212</TotalTime>
  <Words>1342</Words>
  <Application>Microsoft Office PowerPoint</Application>
  <PresentationFormat>Widescreen</PresentationFormat>
  <Paragraphs>249</Paragraphs>
  <Slides>13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8" baseType="lpstr">
      <vt:lpstr>Aptos</vt:lpstr>
      <vt:lpstr>Arial</vt:lpstr>
      <vt:lpstr>Corbel</vt:lpstr>
      <vt:lpstr>Georgia</vt:lpstr>
      <vt:lpstr>Depth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Eduardo S. Cudia</dc:creator>
  <cp:lastModifiedBy>Eduardo S. Cudia</cp:lastModifiedBy>
  <cp:revision>1</cp:revision>
  <dcterms:created xsi:type="dcterms:W3CDTF">2026-07-15T15:23:30Z</dcterms:created>
  <dcterms:modified xsi:type="dcterms:W3CDTF">2026-07-16T17:16:42Z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e2a99d21-05bc-4621-acf4-6ee58d61061c_Enabled">
    <vt:lpwstr>true</vt:lpwstr>
  </property>
  <property fmtid="{D5CDD505-2E9C-101B-9397-08002B2CF9AE}" pid="3" name="MSIP_Label_e2a99d21-05bc-4621-acf4-6ee58d61061c_SetDate">
    <vt:lpwstr>2026-07-15T15:47:09Z</vt:lpwstr>
  </property>
  <property fmtid="{D5CDD505-2E9C-101B-9397-08002B2CF9AE}" pid="4" name="MSIP_Label_e2a99d21-05bc-4621-acf4-6ee58d61061c_Method">
    <vt:lpwstr>Standard</vt:lpwstr>
  </property>
  <property fmtid="{D5CDD505-2E9C-101B-9397-08002B2CF9AE}" pid="5" name="MSIP_Label_e2a99d21-05bc-4621-acf4-6ee58d61061c_Name">
    <vt:lpwstr>General - Prod</vt:lpwstr>
  </property>
  <property fmtid="{D5CDD505-2E9C-101B-9397-08002B2CF9AE}" pid="6" name="MSIP_Label_e2a99d21-05bc-4621-acf4-6ee58d61061c_SiteId">
    <vt:lpwstr>c6d1c7a1-4b0d-4c53-86ec-d6d1d8e5b97c</vt:lpwstr>
  </property>
  <property fmtid="{D5CDD505-2E9C-101B-9397-08002B2CF9AE}" pid="7" name="MSIP_Label_e2a99d21-05bc-4621-acf4-6ee58d61061c_ActionId">
    <vt:lpwstr>1ad0a82d-740d-4eb5-99e8-6281abb615a0</vt:lpwstr>
  </property>
  <property fmtid="{D5CDD505-2E9C-101B-9397-08002B2CF9AE}" pid="8" name="MSIP_Label_e2a99d21-05bc-4621-acf4-6ee58d61061c_ContentBits">
    <vt:lpwstr>1</vt:lpwstr>
  </property>
  <property fmtid="{D5CDD505-2E9C-101B-9397-08002B2CF9AE}" pid="9" name="MSIP_Label_e2a99d21-05bc-4621-acf4-6ee58d61061c_Tag">
    <vt:lpwstr>10, 3, 0, 1</vt:lpwstr>
  </property>
  <property fmtid="{D5CDD505-2E9C-101B-9397-08002B2CF9AE}" pid="10" name="ClassificationContentMarkingHeaderLocations">
    <vt:lpwstr>Depth:8</vt:lpwstr>
  </property>
  <property fmtid="{D5CDD505-2E9C-101B-9397-08002B2CF9AE}" pid="11" name="ClassificationContentMarkingHeaderText">
    <vt:lpwstr>Classification: GENERAL</vt:lpwstr>
  </property>
</Properties>
</file>